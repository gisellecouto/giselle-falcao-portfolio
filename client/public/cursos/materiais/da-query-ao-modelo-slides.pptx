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3" r:id="rId2"/>
    <p:sldId id="274" r:id="rId3"/>
    <p:sldId id="275" r:id="rId4"/>
    <p:sldId id="276" r:id="rId5"/>
    <p:sldId id="277" r:id="rId6"/>
    <p:sldId id="278" r:id="rId7"/>
    <p:sldId id="279" r:id="rId8"/>
  </p:sldIdLst>
  <p:sldSz cx="12192000" cy="6858000"/>
  <p:notesSz cx="7099300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5A6F53A2-0CDE-46B8-963F-5CB6838191E6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230B7D4D-12A7-4749-A084-610D8F4A8A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964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6F43B1-BE51-1C13-43EA-8105178F7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E97B24-1A7C-40B5-14A3-C8443A546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5A4223-2311-683B-151F-760CE777A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0C54D-053C-4073-9664-19DB156DEC97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1C2B8D-99F9-62D2-E08E-3BB84F571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AA620D-CD46-D89B-6CF1-E29DEA561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51E3-4F73-4DC4-889D-36DC1AFD8A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9895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02B7C6-ECBF-3E3E-D776-47E0DF1D8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2A580F-F2BE-B9A5-BB29-A5B7C7C62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0C4876-A635-FB2B-570F-F62E2F2DA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0C54D-053C-4073-9664-19DB156DEC97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0B4350-567F-6CC3-7365-5EC548DC2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F4C557-74F5-DE1D-6C15-83D8747FC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51E3-4F73-4DC4-889D-36DC1AFD8A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6947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47A15D-2138-9D9E-4DF7-D8D9FFF29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557310-2238-A12B-F809-9C2E8DBF8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9412A5-DC83-BABE-075A-EE8E76F87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0C54D-053C-4073-9664-19DB156DEC97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8BFD7B-8B9E-5601-DB46-34724095D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088A0E-5ACA-6DA8-D6B6-878EC99F3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51E3-4F73-4DC4-889D-36DC1AFD8A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298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4D5BEE-BF26-8816-4FC5-E5D777D0C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DB23F1-FBE3-5145-9D46-038127C458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FCD696A-4747-407A-EB71-878B70711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8A28DD2-FF4C-A051-43AA-D76982897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0C54D-053C-4073-9664-19DB156DEC97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E3967E0-5864-F4F8-B63C-3DD0FD82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6421882-4685-A01A-57C1-398F5B4B5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51E3-4F73-4DC4-889D-36DC1AFD8A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0569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43354A-A25E-495B-2CAA-7EF5413E0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39765F7-A7B5-5187-62E0-3A02ED31E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5BA8C69-3C3B-B148-57A0-B2D6BB6BA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7A93ED-171F-3DFE-9845-A6641E26EB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FF4969D-DFF9-9181-6224-36FE255A10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00A40A3-D21F-00BD-A3C3-C77226647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0C54D-053C-4073-9664-19DB156DEC97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CC3833F-D218-60F8-0212-337818BF2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7341152-D64E-2867-0A2A-C30D27F05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51E3-4F73-4DC4-889D-36DC1AFD8A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7689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1CBB56-20E7-0780-72B9-6F5041860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6556D1A-F033-1E3F-1C08-25F519EB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0C54D-053C-4073-9664-19DB156DEC97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1C966EA-E289-829F-8A97-BD27691EB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8113345-94BB-DAA3-7C1E-E75465474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51E3-4F73-4DC4-889D-36DC1AFD8A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9530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0192D10-4193-DF83-8951-2F9FF84CB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0C54D-053C-4073-9664-19DB156DEC97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709EFC2-18C5-C851-0456-B84008F64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A8239CE-ED74-AC88-0100-685A0BE81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51E3-4F73-4DC4-889D-36DC1AFD8A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4460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4AE33D-4F09-3903-F4D0-05779E756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C514EA-A042-AA7D-7EA9-C8AC41EF0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F9C73F8-224A-D353-BEDB-C16453D57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50AFCD-2DBF-4538-D4C0-16A8044B3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0C54D-053C-4073-9664-19DB156DEC97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1217E64-567F-F43E-0DEC-8A810DD69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85098BD-3996-1BDF-1A05-26BD8C709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51E3-4F73-4DC4-889D-36DC1AFD8A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500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B116C6-7D75-4FA2-1009-AC3699577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8FFF7AE-F3DA-4A43-4315-449680730A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178B4B9-0B4D-C5AA-630D-19EB2FA11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030EF39-B74A-8A8E-1093-117BF1D12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0C54D-053C-4073-9664-19DB156DEC97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1A7F650-CA15-1AEE-386C-0F27F0D2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5DBBEF-0E2A-8920-0EFD-15504C505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51E3-4F73-4DC4-889D-36DC1AFD8A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991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D288AB-8A86-BF45-83DC-68EAD977E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DE339FE-03FA-8098-63AB-20E1A63A3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443D79-FE0B-73D4-2D95-88223F82C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0C54D-053C-4073-9664-19DB156DEC97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230D58-0027-6AEB-1D2D-5418D7948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DF299E-C14C-919D-C219-524E9F8D3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51E3-4F73-4DC4-889D-36DC1AFD8A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9687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F1C5D7F-A972-F14C-A209-8EA8234380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D6D8791-32F5-C4CA-7FFC-42371C202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16A852-9F11-0CB4-27C8-3DB7C03B4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0C54D-053C-4073-9664-19DB156DEC97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0FEC52-96FE-C59F-24C8-73AC26876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C3FE60-3989-42B4-56D5-3831D2FBD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51E3-4F73-4DC4-889D-36DC1AFD8A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18532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8667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6BA9128-BC77-8941-26AB-7F190D11A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7C05B0B-29DD-F132-CDDE-7BCEFF300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CA8FDA-A5B7-9A7E-8661-6667BCE2A5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0C54D-053C-4073-9664-19DB156DEC97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C90F9D-0C1D-8AE8-4B50-388443AEFB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D10531-AD87-0874-4731-27EA35AA3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E51E3-4F73-4DC4-889D-36DC1AFD8A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6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21" Type="http://schemas.openxmlformats.org/officeDocument/2006/relationships/image" Target="../media/image28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24" Type="http://schemas.openxmlformats.org/officeDocument/2006/relationships/image" Target="../media/image31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3.png"/><Relationship Id="rId21" Type="http://schemas.openxmlformats.org/officeDocument/2006/relationships/image" Target="../media/image68.png"/><Relationship Id="rId42" Type="http://schemas.openxmlformats.org/officeDocument/2006/relationships/image" Target="../media/image89.png"/><Relationship Id="rId47" Type="http://schemas.openxmlformats.org/officeDocument/2006/relationships/image" Target="../media/image94.png"/><Relationship Id="rId63" Type="http://schemas.openxmlformats.org/officeDocument/2006/relationships/image" Target="../media/image110.png"/><Relationship Id="rId68" Type="http://schemas.openxmlformats.org/officeDocument/2006/relationships/image" Target="../media/image11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3.png"/><Relationship Id="rId29" Type="http://schemas.openxmlformats.org/officeDocument/2006/relationships/image" Target="../media/image76.png"/><Relationship Id="rId11" Type="http://schemas.openxmlformats.org/officeDocument/2006/relationships/image" Target="../media/image58.png"/><Relationship Id="rId24" Type="http://schemas.openxmlformats.org/officeDocument/2006/relationships/image" Target="../media/image71.png"/><Relationship Id="rId32" Type="http://schemas.openxmlformats.org/officeDocument/2006/relationships/image" Target="../media/image79.png"/><Relationship Id="rId37" Type="http://schemas.openxmlformats.org/officeDocument/2006/relationships/image" Target="../media/image84.png"/><Relationship Id="rId40" Type="http://schemas.openxmlformats.org/officeDocument/2006/relationships/image" Target="../media/image87.png"/><Relationship Id="rId45" Type="http://schemas.openxmlformats.org/officeDocument/2006/relationships/image" Target="../media/image92.png"/><Relationship Id="rId53" Type="http://schemas.openxmlformats.org/officeDocument/2006/relationships/image" Target="../media/image100.png"/><Relationship Id="rId58" Type="http://schemas.openxmlformats.org/officeDocument/2006/relationships/image" Target="../media/image105.png"/><Relationship Id="rId66" Type="http://schemas.openxmlformats.org/officeDocument/2006/relationships/image" Target="../media/image113.png"/><Relationship Id="rId74" Type="http://schemas.openxmlformats.org/officeDocument/2006/relationships/image" Target="../media/image121.png"/><Relationship Id="rId5" Type="http://schemas.openxmlformats.org/officeDocument/2006/relationships/image" Target="../media/image52.png"/><Relationship Id="rId61" Type="http://schemas.openxmlformats.org/officeDocument/2006/relationships/image" Target="../media/image108.png"/><Relationship Id="rId19" Type="http://schemas.openxmlformats.org/officeDocument/2006/relationships/image" Target="../media/image66.png"/><Relationship Id="rId14" Type="http://schemas.openxmlformats.org/officeDocument/2006/relationships/image" Target="../media/image61.png"/><Relationship Id="rId22" Type="http://schemas.openxmlformats.org/officeDocument/2006/relationships/image" Target="../media/image69.png"/><Relationship Id="rId27" Type="http://schemas.openxmlformats.org/officeDocument/2006/relationships/image" Target="../media/image74.png"/><Relationship Id="rId30" Type="http://schemas.openxmlformats.org/officeDocument/2006/relationships/image" Target="../media/image77.png"/><Relationship Id="rId35" Type="http://schemas.openxmlformats.org/officeDocument/2006/relationships/image" Target="../media/image82.png"/><Relationship Id="rId43" Type="http://schemas.openxmlformats.org/officeDocument/2006/relationships/image" Target="../media/image90.png"/><Relationship Id="rId48" Type="http://schemas.openxmlformats.org/officeDocument/2006/relationships/image" Target="../media/image95.png"/><Relationship Id="rId56" Type="http://schemas.openxmlformats.org/officeDocument/2006/relationships/image" Target="../media/image103.png"/><Relationship Id="rId64" Type="http://schemas.openxmlformats.org/officeDocument/2006/relationships/image" Target="../media/image111.png"/><Relationship Id="rId69" Type="http://schemas.openxmlformats.org/officeDocument/2006/relationships/image" Target="../media/image116.png"/><Relationship Id="rId8" Type="http://schemas.openxmlformats.org/officeDocument/2006/relationships/image" Target="../media/image55.png"/><Relationship Id="rId51" Type="http://schemas.openxmlformats.org/officeDocument/2006/relationships/image" Target="../media/image98.png"/><Relationship Id="rId72" Type="http://schemas.openxmlformats.org/officeDocument/2006/relationships/image" Target="../media/image119.png"/><Relationship Id="rId3" Type="http://schemas.openxmlformats.org/officeDocument/2006/relationships/image" Target="../media/image50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5" Type="http://schemas.openxmlformats.org/officeDocument/2006/relationships/image" Target="../media/image72.png"/><Relationship Id="rId33" Type="http://schemas.openxmlformats.org/officeDocument/2006/relationships/image" Target="../media/image80.png"/><Relationship Id="rId38" Type="http://schemas.openxmlformats.org/officeDocument/2006/relationships/image" Target="../media/image85.png"/><Relationship Id="rId46" Type="http://schemas.openxmlformats.org/officeDocument/2006/relationships/image" Target="../media/image93.png"/><Relationship Id="rId59" Type="http://schemas.openxmlformats.org/officeDocument/2006/relationships/image" Target="../media/image106.png"/><Relationship Id="rId67" Type="http://schemas.openxmlformats.org/officeDocument/2006/relationships/image" Target="../media/image114.png"/><Relationship Id="rId20" Type="http://schemas.openxmlformats.org/officeDocument/2006/relationships/image" Target="../media/image67.png"/><Relationship Id="rId41" Type="http://schemas.openxmlformats.org/officeDocument/2006/relationships/image" Target="../media/image88.png"/><Relationship Id="rId54" Type="http://schemas.openxmlformats.org/officeDocument/2006/relationships/image" Target="../media/image101.png"/><Relationship Id="rId62" Type="http://schemas.openxmlformats.org/officeDocument/2006/relationships/image" Target="../media/image109.png"/><Relationship Id="rId70" Type="http://schemas.openxmlformats.org/officeDocument/2006/relationships/image" Target="../media/image117.png"/><Relationship Id="rId75" Type="http://schemas.openxmlformats.org/officeDocument/2006/relationships/image" Target="../media/image12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png"/><Relationship Id="rId15" Type="http://schemas.openxmlformats.org/officeDocument/2006/relationships/image" Target="../media/image62.png"/><Relationship Id="rId23" Type="http://schemas.openxmlformats.org/officeDocument/2006/relationships/image" Target="../media/image70.png"/><Relationship Id="rId28" Type="http://schemas.openxmlformats.org/officeDocument/2006/relationships/image" Target="../media/image75.png"/><Relationship Id="rId36" Type="http://schemas.openxmlformats.org/officeDocument/2006/relationships/image" Target="../media/image83.png"/><Relationship Id="rId49" Type="http://schemas.openxmlformats.org/officeDocument/2006/relationships/image" Target="../media/image96.png"/><Relationship Id="rId57" Type="http://schemas.openxmlformats.org/officeDocument/2006/relationships/image" Target="../media/image104.png"/><Relationship Id="rId10" Type="http://schemas.openxmlformats.org/officeDocument/2006/relationships/image" Target="../media/image57.png"/><Relationship Id="rId31" Type="http://schemas.openxmlformats.org/officeDocument/2006/relationships/image" Target="../media/image78.png"/><Relationship Id="rId44" Type="http://schemas.openxmlformats.org/officeDocument/2006/relationships/image" Target="../media/image91.png"/><Relationship Id="rId52" Type="http://schemas.openxmlformats.org/officeDocument/2006/relationships/image" Target="../media/image99.png"/><Relationship Id="rId60" Type="http://schemas.openxmlformats.org/officeDocument/2006/relationships/image" Target="../media/image107.png"/><Relationship Id="rId65" Type="http://schemas.openxmlformats.org/officeDocument/2006/relationships/image" Target="../media/image112.png"/><Relationship Id="rId73" Type="http://schemas.openxmlformats.org/officeDocument/2006/relationships/image" Target="../media/image120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39" Type="http://schemas.openxmlformats.org/officeDocument/2006/relationships/image" Target="../media/image86.png"/><Relationship Id="rId34" Type="http://schemas.openxmlformats.org/officeDocument/2006/relationships/image" Target="../media/image81.png"/><Relationship Id="rId50" Type="http://schemas.openxmlformats.org/officeDocument/2006/relationships/image" Target="../media/image97.png"/><Relationship Id="rId55" Type="http://schemas.openxmlformats.org/officeDocument/2006/relationships/image" Target="../media/image102.png"/><Relationship Id="rId76" Type="http://schemas.openxmlformats.org/officeDocument/2006/relationships/image" Target="../media/image123.png"/><Relationship Id="rId7" Type="http://schemas.openxmlformats.org/officeDocument/2006/relationships/image" Target="../media/image54.png"/><Relationship Id="rId71" Type="http://schemas.openxmlformats.org/officeDocument/2006/relationships/image" Target="../media/image118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4.png"/><Relationship Id="rId18" Type="http://schemas.openxmlformats.org/officeDocument/2006/relationships/image" Target="../media/image139.png"/><Relationship Id="rId26" Type="http://schemas.openxmlformats.org/officeDocument/2006/relationships/image" Target="../media/image147.png"/><Relationship Id="rId39" Type="http://schemas.openxmlformats.org/officeDocument/2006/relationships/image" Target="../media/image160.png"/><Relationship Id="rId21" Type="http://schemas.openxmlformats.org/officeDocument/2006/relationships/image" Target="../media/image142.png"/><Relationship Id="rId34" Type="http://schemas.openxmlformats.org/officeDocument/2006/relationships/image" Target="../media/image155.png"/><Relationship Id="rId42" Type="http://schemas.openxmlformats.org/officeDocument/2006/relationships/image" Target="../media/image163.png"/><Relationship Id="rId47" Type="http://schemas.openxmlformats.org/officeDocument/2006/relationships/image" Target="../media/image168.png"/><Relationship Id="rId50" Type="http://schemas.openxmlformats.org/officeDocument/2006/relationships/image" Target="../media/image171.png"/><Relationship Id="rId55" Type="http://schemas.openxmlformats.org/officeDocument/2006/relationships/image" Target="../media/image176.png"/><Relationship Id="rId7" Type="http://schemas.openxmlformats.org/officeDocument/2006/relationships/image" Target="../media/image12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37.png"/><Relationship Id="rId29" Type="http://schemas.openxmlformats.org/officeDocument/2006/relationships/image" Target="../media/image150.png"/><Relationship Id="rId11" Type="http://schemas.openxmlformats.org/officeDocument/2006/relationships/image" Target="../media/image132.png"/><Relationship Id="rId24" Type="http://schemas.openxmlformats.org/officeDocument/2006/relationships/image" Target="../media/image145.png"/><Relationship Id="rId32" Type="http://schemas.openxmlformats.org/officeDocument/2006/relationships/image" Target="../media/image153.png"/><Relationship Id="rId37" Type="http://schemas.openxmlformats.org/officeDocument/2006/relationships/image" Target="../media/image158.png"/><Relationship Id="rId40" Type="http://schemas.openxmlformats.org/officeDocument/2006/relationships/image" Target="../media/image161.png"/><Relationship Id="rId45" Type="http://schemas.openxmlformats.org/officeDocument/2006/relationships/image" Target="../media/image166.png"/><Relationship Id="rId53" Type="http://schemas.openxmlformats.org/officeDocument/2006/relationships/image" Target="../media/image174.png"/><Relationship Id="rId58" Type="http://schemas.openxmlformats.org/officeDocument/2006/relationships/image" Target="../media/image179.png"/><Relationship Id="rId5" Type="http://schemas.openxmlformats.org/officeDocument/2006/relationships/image" Target="../media/image126.png"/><Relationship Id="rId61" Type="http://schemas.openxmlformats.org/officeDocument/2006/relationships/image" Target="../media/image182.png"/><Relationship Id="rId19" Type="http://schemas.openxmlformats.org/officeDocument/2006/relationships/image" Target="../media/image140.png"/><Relationship Id="rId14" Type="http://schemas.openxmlformats.org/officeDocument/2006/relationships/image" Target="../media/image135.png"/><Relationship Id="rId22" Type="http://schemas.openxmlformats.org/officeDocument/2006/relationships/image" Target="../media/image143.png"/><Relationship Id="rId27" Type="http://schemas.openxmlformats.org/officeDocument/2006/relationships/image" Target="../media/image148.png"/><Relationship Id="rId30" Type="http://schemas.openxmlformats.org/officeDocument/2006/relationships/image" Target="../media/image151.png"/><Relationship Id="rId35" Type="http://schemas.openxmlformats.org/officeDocument/2006/relationships/image" Target="../media/image156.png"/><Relationship Id="rId43" Type="http://schemas.openxmlformats.org/officeDocument/2006/relationships/image" Target="../media/image164.png"/><Relationship Id="rId48" Type="http://schemas.openxmlformats.org/officeDocument/2006/relationships/image" Target="../media/image169.png"/><Relationship Id="rId56" Type="http://schemas.openxmlformats.org/officeDocument/2006/relationships/image" Target="../media/image177.png"/><Relationship Id="rId8" Type="http://schemas.openxmlformats.org/officeDocument/2006/relationships/image" Target="../media/image129.png"/><Relationship Id="rId51" Type="http://schemas.openxmlformats.org/officeDocument/2006/relationships/image" Target="../media/image172.png"/><Relationship Id="rId3" Type="http://schemas.openxmlformats.org/officeDocument/2006/relationships/image" Target="../media/image124.png"/><Relationship Id="rId12" Type="http://schemas.openxmlformats.org/officeDocument/2006/relationships/image" Target="../media/image133.png"/><Relationship Id="rId17" Type="http://schemas.openxmlformats.org/officeDocument/2006/relationships/image" Target="../media/image138.png"/><Relationship Id="rId25" Type="http://schemas.openxmlformats.org/officeDocument/2006/relationships/image" Target="../media/image146.png"/><Relationship Id="rId33" Type="http://schemas.openxmlformats.org/officeDocument/2006/relationships/image" Target="../media/image154.png"/><Relationship Id="rId38" Type="http://schemas.openxmlformats.org/officeDocument/2006/relationships/image" Target="../media/image159.png"/><Relationship Id="rId46" Type="http://schemas.openxmlformats.org/officeDocument/2006/relationships/image" Target="../media/image167.png"/><Relationship Id="rId59" Type="http://schemas.openxmlformats.org/officeDocument/2006/relationships/image" Target="../media/image180.png"/><Relationship Id="rId20" Type="http://schemas.openxmlformats.org/officeDocument/2006/relationships/image" Target="../media/image141.png"/><Relationship Id="rId41" Type="http://schemas.openxmlformats.org/officeDocument/2006/relationships/image" Target="../media/image162.png"/><Relationship Id="rId54" Type="http://schemas.openxmlformats.org/officeDocument/2006/relationships/image" Target="../media/image175.png"/><Relationship Id="rId62" Type="http://schemas.openxmlformats.org/officeDocument/2006/relationships/image" Target="../media/image18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7.png"/><Relationship Id="rId15" Type="http://schemas.openxmlformats.org/officeDocument/2006/relationships/image" Target="../media/image136.png"/><Relationship Id="rId23" Type="http://schemas.openxmlformats.org/officeDocument/2006/relationships/image" Target="../media/image144.png"/><Relationship Id="rId28" Type="http://schemas.openxmlformats.org/officeDocument/2006/relationships/image" Target="../media/image149.png"/><Relationship Id="rId36" Type="http://schemas.openxmlformats.org/officeDocument/2006/relationships/image" Target="../media/image157.png"/><Relationship Id="rId49" Type="http://schemas.openxmlformats.org/officeDocument/2006/relationships/image" Target="../media/image170.png"/><Relationship Id="rId57" Type="http://schemas.openxmlformats.org/officeDocument/2006/relationships/image" Target="../media/image178.png"/><Relationship Id="rId10" Type="http://schemas.openxmlformats.org/officeDocument/2006/relationships/image" Target="../media/image131.png"/><Relationship Id="rId31" Type="http://schemas.openxmlformats.org/officeDocument/2006/relationships/image" Target="../media/image152.png"/><Relationship Id="rId44" Type="http://schemas.openxmlformats.org/officeDocument/2006/relationships/image" Target="../media/image165.png"/><Relationship Id="rId52" Type="http://schemas.openxmlformats.org/officeDocument/2006/relationships/image" Target="../media/image173.png"/><Relationship Id="rId60" Type="http://schemas.openxmlformats.org/officeDocument/2006/relationships/image" Target="../media/image181.png"/><Relationship Id="rId4" Type="http://schemas.openxmlformats.org/officeDocument/2006/relationships/image" Target="../media/image125.png"/><Relationship Id="rId9" Type="http://schemas.openxmlformats.org/officeDocument/2006/relationships/image" Target="../media/image1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png"/><Relationship Id="rId13" Type="http://schemas.openxmlformats.org/officeDocument/2006/relationships/image" Target="../media/image194.png"/><Relationship Id="rId3" Type="http://schemas.openxmlformats.org/officeDocument/2006/relationships/image" Target="../media/image184.png"/><Relationship Id="rId7" Type="http://schemas.openxmlformats.org/officeDocument/2006/relationships/image" Target="../media/image188.png"/><Relationship Id="rId12" Type="http://schemas.openxmlformats.org/officeDocument/2006/relationships/image" Target="../media/image19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7.png"/><Relationship Id="rId11" Type="http://schemas.openxmlformats.org/officeDocument/2006/relationships/image" Target="../media/image192.png"/><Relationship Id="rId5" Type="http://schemas.openxmlformats.org/officeDocument/2006/relationships/image" Target="../media/image186.png"/><Relationship Id="rId10" Type="http://schemas.openxmlformats.org/officeDocument/2006/relationships/image" Target="../media/image191.png"/><Relationship Id="rId4" Type="http://schemas.openxmlformats.org/officeDocument/2006/relationships/image" Target="../media/image185.png"/><Relationship Id="rId9" Type="http://schemas.openxmlformats.org/officeDocument/2006/relationships/image" Target="../media/image1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8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8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2400" y="5685234"/>
            <a:ext cx="390079" cy="294829"/>
          </a:xfrm>
          <a:prstGeom prst="rect">
            <a:avLst/>
          </a:prstGeom>
        </p:spPr>
      </p:pic>
      <p:pic>
        <p:nvPicPr>
          <p:cNvPr id="4" name="SK-18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173" y="6322963"/>
            <a:ext cx="255984" cy="205680"/>
          </a:xfrm>
          <a:prstGeom prst="rect">
            <a:avLst/>
          </a:prstGeom>
        </p:spPr>
      </p:pic>
      <p:pic>
        <p:nvPicPr>
          <p:cNvPr id="5" name="SK-18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0298" y="2393305"/>
            <a:ext cx="1036290" cy="1124694"/>
          </a:xfrm>
          <a:prstGeom prst="rect">
            <a:avLst/>
          </a:prstGeom>
        </p:spPr>
      </p:pic>
      <p:pic>
        <p:nvPicPr>
          <p:cNvPr id="6" name="SK-18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2935188"/>
            <a:ext cx="780157" cy="335905"/>
          </a:xfrm>
          <a:prstGeom prst="rect">
            <a:avLst/>
          </a:prstGeom>
        </p:spPr>
      </p:pic>
      <p:pic>
        <p:nvPicPr>
          <p:cNvPr id="7" name="SK-18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9561" y="2345382"/>
            <a:ext cx="975271" cy="1145232"/>
          </a:xfrm>
          <a:prstGeom prst="rect">
            <a:avLst/>
          </a:prstGeom>
        </p:spPr>
      </p:pic>
      <p:pic>
        <p:nvPicPr>
          <p:cNvPr id="8" name="SK-18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89498" y="2345382"/>
            <a:ext cx="1048494" cy="1138386"/>
          </a:xfrm>
          <a:prstGeom prst="rect">
            <a:avLst/>
          </a:prstGeom>
        </p:spPr>
      </p:pic>
      <p:pic>
        <p:nvPicPr>
          <p:cNvPr id="9" name="SK-18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565" y="2530525"/>
            <a:ext cx="914400" cy="829717"/>
          </a:xfrm>
          <a:prstGeom prst="rect">
            <a:avLst/>
          </a:prstGeom>
        </p:spPr>
      </p:pic>
      <p:pic>
        <p:nvPicPr>
          <p:cNvPr id="10" name="SK-18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74282" y="13692"/>
            <a:ext cx="755898" cy="370284"/>
          </a:xfrm>
          <a:prstGeom prst="rect">
            <a:avLst/>
          </a:prstGeom>
        </p:spPr>
      </p:pic>
      <p:sp>
        <p:nvSpPr>
          <p:cNvPr id="11" name="SK-18-text-10"/>
          <p:cNvSpPr/>
          <p:nvPr/>
        </p:nvSpPr>
        <p:spPr>
          <a:xfrm>
            <a:off x="5754588" y="137071"/>
            <a:ext cx="1962150" cy="15076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SQLSATURDAY</a:t>
            </a:r>
            <a:endParaRPr lang="en-US" sz="1125" dirty="0"/>
          </a:p>
        </p:txBody>
      </p:sp>
      <p:sp>
        <p:nvSpPr>
          <p:cNvPr id="12" name="SK-18-text-11"/>
          <p:cNvSpPr/>
          <p:nvPr/>
        </p:nvSpPr>
        <p:spPr>
          <a:xfrm>
            <a:off x="9936361" y="68461"/>
            <a:ext cx="2182267" cy="6240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BH</a:t>
            </a:r>
            <a:endParaRPr lang="en-US" sz="2400" dirty="0"/>
          </a:p>
          <a:p>
            <a:pPr marL="0" indent="0" algn="r">
              <a:lnSpc>
                <a:spcPts val="2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SATURDAY</a:t>
            </a:r>
            <a:endParaRPr lang="en-US" sz="2400" dirty="0"/>
          </a:p>
        </p:txBody>
      </p:sp>
      <p:sp>
        <p:nvSpPr>
          <p:cNvPr id="13" name="SK-18-text-12"/>
          <p:cNvSpPr/>
          <p:nvPr/>
        </p:nvSpPr>
        <p:spPr>
          <a:xfrm>
            <a:off x="9796165" y="692646"/>
            <a:ext cx="2310259" cy="32905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BH</a:t>
            </a:r>
            <a:endParaRPr lang="en-US" sz="2400" dirty="0"/>
          </a:p>
        </p:txBody>
      </p:sp>
      <p:sp>
        <p:nvSpPr>
          <p:cNvPr id="14" name="SK-18-text-13"/>
          <p:cNvSpPr/>
          <p:nvPr/>
        </p:nvSpPr>
        <p:spPr>
          <a:xfrm>
            <a:off x="463153" y="843409"/>
            <a:ext cx="8631555" cy="47997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0033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DEMO: Cinco Atos</a:t>
            </a:r>
            <a:endParaRPr lang="en-US" sz="3450" dirty="0"/>
          </a:p>
        </p:txBody>
      </p:sp>
      <p:sp>
        <p:nvSpPr>
          <p:cNvPr id="15" name="SK-18-text-14"/>
          <p:cNvSpPr/>
          <p:nvPr/>
        </p:nvSpPr>
        <p:spPr>
          <a:xfrm>
            <a:off x="451098" y="1501825"/>
            <a:ext cx="11361420" cy="2811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1A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 consulta ao modelo e à ação de negócio</a:t>
            </a:r>
            <a:endParaRPr lang="en-US" sz="1800" dirty="0"/>
          </a:p>
        </p:txBody>
      </p:sp>
      <p:sp>
        <p:nvSpPr>
          <p:cNvPr id="16" name="SK-18-text-15"/>
          <p:cNvSpPr/>
          <p:nvPr/>
        </p:nvSpPr>
        <p:spPr>
          <a:xfrm>
            <a:off x="414486" y="2215009"/>
            <a:ext cx="952500" cy="3429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000" dirty="0"/>
          </a:p>
        </p:txBody>
      </p:sp>
      <p:sp>
        <p:nvSpPr>
          <p:cNvPr id="17" name="SK-18-text-16"/>
          <p:cNvSpPr/>
          <p:nvPr/>
        </p:nvSpPr>
        <p:spPr>
          <a:xfrm>
            <a:off x="999679" y="3634680"/>
            <a:ext cx="1478280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Ato 1 •</a:t>
            </a:r>
            <a:endParaRPr lang="en-US" sz="1200" dirty="0"/>
          </a:p>
        </p:txBody>
      </p:sp>
      <p:sp>
        <p:nvSpPr>
          <p:cNvPr id="18" name="SK-18-text-17"/>
          <p:cNvSpPr/>
          <p:nvPr/>
        </p:nvSpPr>
        <p:spPr>
          <a:xfrm>
            <a:off x="499765" y="3854053"/>
            <a:ext cx="3185160" cy="19883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 → DataFrame</a:t>
            </a:r>
            <a:endParaRPr lang="en-US" sz="1200" dirty="0"/>
          </a:p>
        </p:txBody>
      </p:sp>
      <p:sp>
        <p:nvSpPr>
          <p:cNvPr id="19" name="SK-18-text-18"/>
          <p:cNvSpPr/>
          <p:nvPr/>
        </p:nvSpPr>
        <p:spPr>
          <a:xfrm>
            <a:off x="475357" y="4368403"/>
            <a:ext cx="1621482" cy="9394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consulta inicial é</a:t>
            </a:r>
            <a:endParaRPr lang="en-US" sz="105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executada em SQL e</a:t>
            </a:r>
            <a:endParaRPr lang="en-US" sz="105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convertida em DataFrame</a:t>
            </a:r>
            <a:endParaRPr lang="en-US" sz="105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seguir no fluxo</a:t>
            </a:r>
            <a:endParaRPr lang="en-US" sz="105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ML.</a:t>
            </a:r>
            <a:endParaRPr lang="en-US" sz="1050" dirty="0"/>
          </a:p>
        </p:txBody>
      </p:sp>
      <p:sp>
        <p:nvSpPr>
          <p:cNvPr id="20" name="SK-18-text-19"/>
          <p:cNvSpPr/>
          <p:nvPr/>
        </p:nvSpPr>
        <p:spPr>
          <a:xfrm>
            <a:off x="2535882" y="2215009"/>
            <a:ext cx="952500" cy="33590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000" dirty="0"/>
          </a:p>
        </p:txBody>
      </p:sp>
      <p:sp>
        <p:nvSpPr>
          <p:cNvPr id="21" name="SK-18-text-20"/>
          <p:cNvSpPr/>
          <p:nvPr/>
        </p:nvSpPr>
        <p:spPr>
          <a:xfrm>
            <a:off x="3121075" y="3634680"/>
            <a:ext cx="1478280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Ato 2 •</a:t>
            </a:r>
            <a:endParaRPr lang="en-US" sz="1200" dirty="0"/>
          </a:p>
        </p:txBody>
      </p:sp>
      <p:sp>
        <p:nvSpPr>
          <p:cNvPr id="22" name="SK-18-text-21"/>
          <p:cNvSpPr/>
          <p:nvPr/>
        </p:nvSpPr>
        <p:spPr>
          <a:xfrm>
            <a:off x="2560290" y="3854053"/>
            <a:ext cx="4099560" cy="1851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Travel + features</a:t>
            </a:r>
            <a:endParaRPr lang="en-US" sz="1200" dirty="0"/>
          </a:p>
        </p:txBody>
      </p:sp>
      <p:sp>
        <p:nvSpPr>
          <p:cNvPr id="23" name="SK-18-text-22"/>
          <p:cNvSpPr/>
          <p:nvPr/>
        </p:nvSpPr>
        <p:spPr>
          <a:xfrm>
            <a:off x="2584698" y="4361557"/>
            <a:ext cx="1670298" cy="9463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Recuperamos uma versão</a:t>
            </a:r>
            <a:endParaRPr lang="en-US" sz="105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 tabela e criamos sinais</a:t>
            </a:r>
            <a:endParaRPr lang="en-US" sz="105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preditivos com</a:t>
            </a:r>
            <a:endParaRPr lang="en-US" sz="105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transformações</a:t>
            </a:r>
            <a:endParaRPr lang="en-US" sz="105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conhecidas em SQL.</a:t>
            </a:r>
            <a:endParaRPr lang="en-US" sz="1050" dirty="0"/>
          </a:p>
        </p:txBody>
      </p:sp>
      <p:sp>
        <p:nvSpPr>
          <p:cNvPr id="24" name="SK-18-text-23"/>
          <p:cNvSpPr/>
          <p:nvPr/>
        </p:nvSpPr>
        <p:spPr>
          <a:xfrm>
            <a:off x="4693890" y="2215009"/>
            <a:ext cx="952500" cy="2948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000" dirty="0"/>
          </a:p>
        </p:txBody>
      </p:sp>
      <p:sp>
        <p:nvSpPr>
          <p:cNvPr id="25" name="SK-18-text-24"/>
          <p:cNvSpPr/>
          <p:nvPr/>
        </p:nvSpPr>
        <p:spPr>
          <a:xfrm>
            <a:off x="5266879" y="3648373"/>
            <a:ext cx="1478280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Ato 3 •</a:t>
            </a:r>
            <a:endParaRPr lang="en-US" sz="1200" dirty="0"/>
          </a:p>
        </p:txBody>
      </p:sp>
      <p:sp>
        <p:nvSpPr>
          <p:cNvPr id="26" name="SK-18-text-25"/>
          <p:cNvSpPr/>
          <p:nvPr/>
        </p:nvSpPr>
        <p:spPr>
          <a:xfrm>
            <a:off x="4827984" y="3861048"/>
            <a:ext cx="3185160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Label sem leakage</a:t>
            </a:r>
            <a:endParaRPr lang="en-US" sz="1200" dirty="0"/>
          </a:p>
        </p:txBody>
      </p:sp>
      <p:sp>
        <p:nvSpPr>
          <p:cNvPr id="27" name="SK-18-text-26"/>
          <p:cNvSpPr/>
          <p:nvPr/>
        </p:nvSpPr>
        <p:spPr>
          <a:xfrm>
            <a:off x="4754761" y="4354711"/>
            <a:ext cx="1621482" cy="9532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Definimos o alvo e</a:t>
            </a:r>
            <a:endParaRPr lang="en-US" sz="105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perguntamos: o que eu</a:t>
            </a:r>
            <a:endParaRPr lang="en-US" sz="105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sabia naquele dia?</a:t>
            </a:r>
            <a:endParaRPr lang="en-US" sz="105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Informações futuras ficam</a:t>
            </a:r>
            <a:endParaRPr lang="en-US" sz="105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fora do treino.</a:t>
            </a:r>
            <a:endParaRPr lang="en-US" sz="1050" dirty="0"/>
          </a:p>
        </p:txBody>
      </p:sp>
      <p:sp>
        <p:nvSpPr>
          <p:cNvPr id="28" name="SK-18-text-27"/>
          <p:cNvSpPr/>
          <p:nvPr/>
        </p:nvSpPr>
        <p:spPr>
          <a:xfrm>
            <a:off x="6851898" y="2215009"/>
            <a:ext cx="952500" cy="3429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000" dirty="0"/>
          </a:p>
        </p:txBody>
      </p:sp>
      <p:sp>
        <p:nvSpPr>
          <p:cNvPr id="29" name="SK-18-text-28"/>
          <p:cNvSpPr/>
          <p:nvPr/>
        </p:nvSpPr>
        <p:spPr>
          <a:xfrm>
            <a:off x="7302996" y="2564755"/>
            <a:ext cx="1760220" cy="32221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mlflow</a:t>
            </a:r>
            <a:endParaRPr lang="en-US" sz="1800" dirty="0"/>
          </a:p>
        </p:txBody>
      </p:sp>
      <p:sp>
        <p:nvSpPr>
          <p:cNvPr id="30" name="SK-18-text-29"/>
          <p:cNvSpPr/>
          <p:nvPr/>
        </p:nvSpPr>
        <p:spPr>
          <a:xfrm>
            <a:off x="7388275" y="3648373"/>
            <a:ext cx="1478280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Ato 4 •</a:t>
            </a:r>
            <a:endParaRPr lang="en-US" sz="1200" dirty="0"/>
          </a:p>
        </p:txBody>
      </p:sp>
      <p:sp>
        <p:nvSpPr>
          <p:cNvPr id="31" name="SK-18-text-30"/>
          <p:cNvSpPr/>
          <p:nvPr/>
        </p:nvSpPr>
        <p:spPr>
          <a:xfrm>
            <a:off x="6924973" y="3861048"/>
            <a:ext cx="3185160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no MLflow</a:t>
            </a:r>
            <a:endParaRPr lang="en-US" sz="1200" dirty="0"/>
          </a:p>
        </p:txBody>
      </p:sp>
      <p:sp>
        <p:nvSpPr>
          <p:cNvPr id="32" name="SK-18-text-31"/>
          <p:cNvSpPr/>
          <p:nvPr/>
        </p:nvSpPr>
        <p:spPr>
          <a:xfrm>
            <a:off x="6900565" y="4361557"/>
            <a:ext cx="1560463" cy="9463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Registramos tentativas,</a:t>
            </a:r>
            <a:endParaRPr lang="en-US" sz="105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parâmetros e resultados</a:t>
            </a:r>
            <a:endParaRPr lang="en-US" sz="105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comparar modelos</a:t>
            </a:r>
            <a:endParaRPr lang="en-US" sz="105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 uma trilha</a:t>
            </a:r>
            <a:endParaRPr lang="en-US" sz="105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auditável.</a:t>
            </a:r>
            <a:endParaRPr lang="en-US" sz="1050" dirty="0"/>
          </a:p>
        </p:txBody>
      </p:sp>
      <p:sp>
        <p:nvSpPr>
          <p:cNvPr id="33" name="SK-18-text-32"/>
          <p:cNvSpPr/>
          <p:nvPr/>
        </p:nvSpPr>
        <p:spPr>
          <a:xfrm>
            <a:off x="8973294" y="2215009"/>
            <a:ext cx="952500" cy="3429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000" dirty="0"/>
          </a:p>
        </p:txBody>
      </p:sp>
      <p:sp>
        <p:nvSpPr>
          <p:cNvPr id="34" name="SK-18-text-33"/>
          <p:cNvSpPr/>
          <p:nvPr/>
        </p:nvSpPr>
        <p:spPr>
          <a:xfrm>
            <a:off x="9509671" y="3648373"/>
            <a:ext cx="1478280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Ato 5 •</a:t>
            </a:r>
            <a:endParaRPr lang="en-US" sz="1200" dirty="0"/>
          </a:p>
        </p:txBody>
      </p:sp>
      <p:sp>
        <p:nvSpPr>
          <p:cNvPr id="35" name="SK-18-text-34"/>
          <p:cNvSpPr/>
          <p:nvPr/>
        </p:nvSpPr>
        <p:spPr>
          <a:xfrm>
            <a:off x="9241482" y="3854053"/>
            <a:ext cx="2636520" cy="19883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Lista de risco</a:t>
            </a:r>
            <a:endParaRPr lang="en-US" sz="1200" dirty="0"/>
          </a:p>
        </p:txBody>
      </p:sp>
      <p:sp>
        <p:nvSpPr>
          <p:cNvPr id="36" name="SK-18-text-35"/>
          <p:cNvSpPr/>
          <p:nvPr/>
        </p:nvSpPr>
        <p:spPr>
          <a:xfrm>
            <a:off x="8973294" y="4354711"/>
            <a:ext cx="1609279" cy="9669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Transformamos a previsão</a:t>
            </a:r>
            <a:endParaRPr lang="en-US" sz="105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 uma saída legível, com</a:t>
            </a:r>
            <a:endParaRPr lang="en-US" sz="105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faixa de risco e ação</a:t>
            </a:r>
            <a:endParaRPr lang="en-US" sz="105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sugerida para</a:t>
            </a:r>
            <a:endParaRPr lang="en-US" sz="105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negócio.</a:t>
            </a:r>
            <a:endParaRPr lang="en-US" sz="1050" dirty="0"/>
          </a:p>
        </p:txBody>
      </p:sp>
      <p:sp>
        <p:nvSpPr>
          <p:cNvPr id="37" name="SK-18-text-36"/>
          <p:cNvSpPr/>
          <p:nvPr/>
        </p:nvSpPr>
        <p:spPr>
          <a:xfrm>
            <a:off x="10021788" y="6350496"/>
            <a:ext cx="453390" cy="1302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DGA</a:t>
            </a:r>
            <a:endParaRPr lang="en-US" sz="825" dirty="0"/>
          </a:p>
        </p:txBody>
      </p:sp>
      <p:sp>
        <p:nvSpPr>
          <p:cNvPr id="38" name="SK-18-text-37"/>
          <p:cNvSpPr/>
          <p:nvPr/>
        </p:nvSpPr>
        <p:spPr>
          <a:xfrm>
            <a:off x="10314384" y="6350496"/>
            <a:ext cx="758875" cy="1302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PRS</a:t>
            </a:r>
            <a:endParaRPr lang="en-US" sz="975" dirty="0"/>
          </a:p>
        </p:txBody>
      </p:sp>
      <p:sp>
        <p:nvSpPr>
          <p:cNvPr id="39" name="SK-18-text-38"/>
          <p:cNvSpPr/>
          <p:nvPr/>
        </p:nvSpPr>
        <p:spPr>
          <a:xfrm>
            <a:off x="10375255" y="6480721"/>
            <a:ext cx="697855" cy="4107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TECNOLOGIA</a:t>
            </a:r>
            <a:endParaRPr lang="en-US" sz="300" dirty="0"/>
          </a:p>
        </p:txBody>
      </p:sp>
      <p:sp>
        <p:nvSpPr>
          <p:cNvPr id="40" name="SK-18-text-39"/>
          <p:cNvSpPr/>
          <p:nvPr/>
        </p:nvSpPr>
        <p:spPr>
          <a:xfrm>
            <a:off x="11131153" y="5328642"/>
            <a:ext cx="1060847" cy="1851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Pythian</a:t>
            </a:r>
            <a:endParaRPr lang="en-US" sz="1200" dirty="0"/>
          </a:p>
        </p:txBody>
      </p:sp>
      <p:sp>
        <p:nvSpPr>
          <p:cNvPr id="41" name="SK-18-text-40"/>
          <p:cNvSpPr/>
          <p:nvPr/>
        </p:nvSpPr>
        <p:spPr>
          <a:xfrm>
            <a:off x="11496973" y="5993755"/>
            <a:ext cx="695027" cy="9599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PUC Minas</a:t>
            </a:r>
            <a:endParaRPr lang="en-US" sz="825" dirty="0"/>
          </a:p>
        </p:txBody>
      </p:sp>
      <p:sp>
        <p:nvSpPr>
          <p:cNvPr id="42" name="SK-18-text-41"/>
          <p:cNvSpPr/>
          <p:nvPr/>
        </p:nvSpPr>
        <p:spPr>
          <a:xfrm>
            <a:off x="11204377" y="6473875"/>
            <a:ext cx="807720" cy="891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9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9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4588" y="3401467"/>
            <a:ext cx="3925788" cy="1652736"/>
          </a:xfrm>
          <a:prstGeom prst="rect">
            <a:avLst/>
          </a:prstGeom>
        </p:spPr>
      </p:pic>
      <p:pic>
        <p:nvPicPr>
          <p:cNvPr id="4" name="SK-19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4588" y="3401467"/>
            <a:ext cx="1791146" cy="314325"/>
          </a:xfrm>
          <a:prstGeom prst="rect">
            <a:avLst/>
          </a:prstGeom>
        </p:spPr>
      </p:pic>
      <p:pic>
        <p:nvPicPr>
          <p:cNvPr id="5" name="SK-19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5735" y="3401467"/>
            <a:ext cx="2134642" cy="314325"/>
          </a:xfrm>
          <a:prstGeom prst="rect">
            <a:avLst/>
          </a:prstGeom>
        </p:spPr>
      </p:pic>
      <p:pic>
        <p:nvPicPr>
          <p:cNvPr id="6" name="SK-19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4588" y="3715792"/>
            <a:ext cx="1791146" cy="334566"/>
          </a:xfrm>
          <a:prstGeom prst="rect">
            <a:avLst/>
          </a:prstGeom>
        </p:spPr>
      </p:pic>
      <p:pic>
        <p:nvPicPr>
          <p:cNvPr id="7" name="SK-19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5735" y="3715792"/>
            <a:ext cx="2134642" cy="334566"/>
          </a:xfrm>
          <a:prstGeom prst="rect">
            <a:avLst/>
          </a:prstGeom>
        </p:spPr>
      </p:pic>
      <p:pic>
        <p:nvPicPr>
          <p:cNvPr id="8" name="SK-19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54588" y="4050357"/>
            <a:ext cx="1791146" cy="334566"/>
          </a:xfrm>
          <a:prstGeom prst="rect">
            <a:avLst/>
          </a:prstGeom>
        </p:spPr>
      </p:pic>
      <p:pic>
        <p:nvPicPr>
          <p:cNvPr id="9" name="SK-19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5735" y="4050357"/>
            <a:ext cx="2134642" cy="334566"/>
          </a:xfrm>
          <a:prstGeom prst="rect">
            <a:avLst/>
          </a:prstGeom>
        </p:spPr>
      </p:pic>
      <p:pic>
        <p:nvPicPr>
          <p:cNvPr id="10" name="SK-19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54588" y="4384923"/>
            <a:ext cx="1791146" cy="334566"/>
          </a:xfrm>
          <a:prstGeom prst="rect">
            <a:avLst/>
          </a:prstGeom>
        </p:spPr>
      </p:pic>
      <p:pic>
        <p:nvPicPr>
          <p:cNvPr id="11" name="SK-19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45735" y="4384923"/>
            <a:ext cx="2134642" cy="334566"/>
          </a:xfrm>
          <a:prstGeom prst="rect">
            <a:avLst/>
          </a:prstGeom>
        </p:spPr>
      </p:pic>
      <p:pic>
        <p:nvPicPr>
          <p:cNvPr id="12" name="SK-19-img-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4588" y="4719489"/>
            <a:ext cx="1791146" cy="334714"/>
          </a:xfrm>
          <a:prstGeom prst="rect">
            <a:avLst/>
          </a:prstGeom>
        </p:spPr>
      </p:pic>
      <p:pic>
        <p:nvPicPr>
          <p:cNvPr id="13" name="SK-19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44667" y="5863530"/>
            <a:ext cx="402282" cy="390823"/>
          </a:xfrm>
          <a:prstGeom prst="rect">
            <a:avLst/>
          </a:prstGeom>
        </p:spPr>
      </p:pic>
      <p:pic>
        <p:nvPicPr>
          <p:cNvPr id="14" name="SK-19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88769" y="6000750"/>
            <a:ext cx="621655" cy="150763"/>
          </a:xfrm>
          <a:prstGeom prst="rect">
            <a:avLst/>
          </a:prstGeom>
        </p:spPr>
      </p:pic>
      <p:pic>
        <p:nvPicPr>
          <p:cNvPr id="15" name="SK-19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37671" y="5884069"/>
            <a:ext cx="353467" cy="356592"/>
          </a:xfrm>
          <a:prstGeom prst="rect">
            <a:avLst/>
          </a:prstGeom>
        </p:spPr>
      </p:pic>
      <p:pic>
        <p:nvPicPr>
          <p:cNvPr id="16" name="SK-19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39867" y="5253186"/>
            <a:ext cx="316855" cy="335905"/>
          </a:xfrm>
          <a:prstGeom prst="rect">
            <a:avLst/>
          </a:prstGeom>
        </p:spPr>
      </p:pic>
      <p:pic>
        <p:nvPicPr>
          <p:cNvPr id="17" name="SK-19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64275" y="3106638"/>
            <a:ext cx="353467" cy="260598"/>
          </a:xfrm>
          <a:prstGeom prst="rect">
            <a:avLst/>
          </a:prstGeom>
        </p:spPr>
      </p:pic>
      <p:pic>
        <p:nvPicPr>
          <p:cNvPr id="18" name="SK-19-img-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64275" y="1412677"/>
            <a:ext cx="487561" cy="466279"/>
          </a:xfrm>
          <a:prstGeom prst="rect">
            <a:avLst/>
          </a:prstGeom>
        </p:spPr>
      </p:pic>
      <p:pic>
        <p:nvPicPr>
          <p:cNvPr id="19" name="SK-19-img-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4486" y="5369719"/>
            <a:ext cx="572988" cy="596503"/>
          </a:xfrm>
          <a:prstGeom prst="rect">
            <a:avLst/>
          </a:prstGeom>
        </p:spPr>
      </p:pic>
      <p:pic>
        <p:nvPicPr>
          <p:cNvPr id="20" name="SK-19-img-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4486" y="4533007"/>
            <a:ext cx="572988" cy="589657"/>
          </a:xfrm>
          <a:prstGeom prst="rect">
            <a:avLst/>
          </a:prstGeom>
        </p:spPr>
      </p:pic>
      <p:pic>
        <p:nvPicPr>
          <p:cNvPr id="21" name="SK-19-img-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4486" y="3092946"/>
            <a:ext cx="572988" cy="575965"/>
          </a:xfrm>
          <a:prstGeom prst="rect">
            <a:avLst/>
          </a:prstGeom>
        </p:spPr>
      </p:pic>
      <p:pic>
        <p:nvPicPr>
          <p:cNvPr id="22" name="SK-19-img-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4486" y="2173932"/>
            <a:ext cx="572988" cy="589657"/>
          </a:xfrm>
          <a:prstGeom prst="rect">
            <a:avLst/>
          </a:prstGeom>
        </p:spPr>
      </p:pic>
      <p:pic>
        <p:nvPicPr>
          <p:cNvPr id="23" name="SK-19-img-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4486" y="1316682"/>
            <a:ext cx="572988" cy="589657"/>
          </a:xfrm>
          <a:prstGeom prst="rect">
            <a:avLst/>
          </a:prstGeom>
        </p:spPr>
      </p:pic>
      <p:pic>
        <p:nvPicPr>
          <p:cNvPr id="24" name="SK-19-img-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974282" y="0"/>
            <a:ext cx="755898" cy="397669"/>
          </a:xfrm>
          <a:prstGeom prst="rect">
            <a:avLst/>
          </a:prstGeom>
        </p:spPr>
      </p:pic>
      <p:sp>
        <p:nvSpPr>
          <p:cNvPr id="25" name="SK-19-text-24"/>
          <p:cNvSpPr/>
          <p:nvPr/>
        </p:nvSpPr>
        <p:spPr>
          <a:xfrm>
            <a:off x="5716488" y="3401467"/>
            <a:ext cx="1714946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000C24"/>
                </a:solidFill>
              </a:rPr>
              <a:t>cliente_id</a:t>
            </a:r>
            <a:endParaRPr lang="en-US" sz="1125" dirty="0"/>
          </a:p>
        </p:txBody>
      </p:sp>
      <p:sp>
        <p:nvSpPr>
          <p:cNvPr id="26" name="SK-19-text-25"/>
          <p:cNvSpPr/>
          <p:nvPr/>
        </p:nvSpPr>
        <p:spPr>
          <a:xfrm>
            <a:off x="7507635" y="3401467"/>
            <a:ext cx="2058442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000C24"/>
                </a:solidFill>
              </a:rPr>
              <a:t>total</a:t>
            </a:r>
            <a:endParaRPr lang="en-US" sz="1125" dirty="0"/>
          </a:p>
        </p:txBody>
      </p:sp>
      <p:sp>
        <p:nvSpPr>
          <p:cNvPr id="27" name="SK-19-text-26"/>
          <p:cNvSpPr/>
          <p:nvPr/>
        </p:nvSpPr>
        <p:spPr>
          <a:xfrm>
            <a:off x="5716488" y="3715792"/>
            <a:ext cx="1753046" cy="33456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</a:rPr>
              <a:t>cliente_A</a:t>
            </a:r>
            <a:endParaRPr lang="en-US" sz="1050" dirty="0"/>
          </a:p>
        </p:txBody>
      </p:sp>
      <p:sp>
        <p:nvSpPr>
          <p:cNvPr id="28" name="SK-19-text-27"/>
          <p:cNvSpPr/>
          <p:nvPr/>
        </p:nvSpPr>
        <p:spPr>
          <a:xfrm>
            <a:off x="7507635" y="3715792"/>
            <a:ext cx="2096542" cy="33456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</a:rPr>
              <a:t>total agregado</a:t>
            </a:r>
            <a:endParaRPr lang="en-US" sz="1050" dirty="0"/>
          </a:p>
        </p:txBody>
      </p:sp>
      <p:sp>
        <p:nvSpPr>
          <p:cNvPr id="29" name="SK-19-text-28"/>
          <p:cNvSpPr/>
          <p:nvPr/>
        </p:nvSpPr>
        <p:spPr>
          <a:xfrm>
            <a:off x="5716488" y="4050357"/>
            <a:ext cx="1753046" cy="33456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</a:rPr>
              <a:t>cliente_B</a:t>
            </a:r>
            <a:endParaRPr lang="en-US" sz="1050" dirty="0"/>
          </a:p>
        </p:txBody>
      </p:sp>
      <p:sp>
        <p:nvSpPr>
          <p:cNvPr id="30" name="SK-19-text-29"/>
          <p:cNvSpPr/>
          <p:nvPr/>
        </p:nvSpPr>
        <p:spPr>
          <a:xfrm>
            <a:off x="7507635" y="4050357"/>
            <a:ext cx="2096542" cy="33456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</a:rPr>
              <a:t>total agregado</a:t>
            </a:r>
            <a:endParaRPr lang="en-US" sz="1050" dirty="0"/>
          </a:p>
        </p:txBody>
      </p:sp>
      <p:sp>
        <p:nvSpPr>
          <p:cNvPr id="31" name="SK-19-text-30"/>
          <p:cNvSpPr/>
          <p:nvPr/>
        </p:nvSpPr>
        <p:spPr>
          <a:xfrm>
            <a:off x="5716488" y="4384923"/>
            <a:ext cx="1753046" cy="33456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</a:rPr>
              <a:t>cliente_C</a:t>
            </a:r>
            <a:endParaRPr lang="en-US" sz="1050" dirty="0"/>
          </a:p>
        </p:txBody>
      </p:sp>
      <p:sp>
        <p:nvSpPr>
          <p:cNvPr id="32" name="SK-19-text-31"/>
          <p:cNvSpPr/>
          <p:nvPr/>
        </p:nvSpPr>
        <p:spPr>
          <a:xfrm>
            <a:off x="7507635" y="4384923"/>
            <a:ext cx="2096542" cy="33456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</a:rPr>
              <a:t>total agregado</a:t>
            </a:r>
            <a:endParaRPr lang="en-US" sz="1050" dirty="0"/>
          </a:p>
        </p:txBody>
      </p:sp>
      <p:sp>
        <p:nvSpPr>
          <p:cNvPr id="33" name="SK-19-text-32"/>
          <p:cNvSpPr/>
          <p:nvPr/>
        </p:nvSpPr>
        <p:spPr>
          <a:xfrm>
            <a:off x="5716488" y="4719489"/>
            <a:ext cx="1753046" cy="33471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</a:rPr>
              <a:t>...</a:t>
            </a:r>
            <a:endParaRPr lang="en-US" sz="1050" dirty="0"/>
          </a:p>
        </p:txBody>
      </p:sp>
      <p:sp>
        <p:nvSpPr>
          <p:cNvPr id="34" name="SK-19-text-33"/>
          <p:cNvSpPr/>
          <p:nvPr/>
        </p:nvSpPr>
        <p:spPr>
          <a:xfrm>
            <a:off x="7507635" y="4719489"/>
            <a:ext cx="2096542" cy="33471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</a:rPr>
              <a:t>...</a:t>
            </a:r>
            <a:endParaRPr lang="en-US" sz="1050" dirty="0"/>
          </a:p>
        </p:txBody>
      </p:sp>
      <p:sp>
        <p:nvSpPr>
          <p:cNvPr id="35" name="SK-19-text-34"/>
          <p:cNvSpPr/>
          <p:nvPr/>
        </p:nvSpPr>
        <p:spPr>
          <a:xfrm>
            <a:off x="5754588" y="130225"/>
            <a:ext cx="2218373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SQLSATURDAY</a:t>
            </a:r>
            <a:endParaRPr lang="en-US" sz="1275" dirty="0"/>
          </a:p>
        </p:txBody>
      </p:sp>
      <p:sp>
        <p:nvSpPr>
          <p:cNvPr id="36" name="SK-19-text-35"/>
          <p:cNvSpPr/>
          <p:nvPr/>
        </p:nvSpPr>
        <p:spPr>
          <a:xfrm>
            <a:off x="9936361" y="61615"/>
            <a:ext cx="2255639" cy="6240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0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BH</a:t>
            </a:r>
            <a:endParaRPr lang="en-US" sz="3075" dirty="0"/>
          </a:p>
        </p:txBody>
      </p:sp>
      <p:sp>
        <p:nvSpPr>
          <p:cNvPr id="37" name="SK-19-text-36"/>
          <p:cNvSpPr/>
          <p:nvPr/>
        </p:nvSpPr>
        <p:spPr>
          <a:xfrm>
            <a:off x="9948565" y="685800"/>
            <a:ext cx="2243435" cy="3429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0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SATURDAY</a:t>
            </a:r>
            <a:endParaRPr lang="en-US" sz="3075" dirty="0"/>
          </a:p>
        </p:txBody>
      </p:sp>
      <p:sp>
        <p:nvSpPr>
          <p:cNvPr id="38" name="SK-19-text-37"/>
          <p:cNvSpPr/>
          <p:nvPr/>
        </p:nvSpPr>
        <p:spPr>
          <a:xfrm>
            <a:off x="414486" y="713184"/>
            <a:ext cx="11777514" cy="49366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ATO 1: Da Query ao DataFrame</a:t>
            </a:r>
            <a:endParaRPr lang="en-US" sz="3150" dirty="0"/>
          </a:p>
        </p:txBody>
      </p:sp>
      <p:sp>
        <p:nvSpPr>
          <p:cNvPr id="39" name="SK-19-text-38"/>
          <p:cNvSpPr/>
          <p:nvPr/>
        </p:nvSpPr>
        <p:spPr>
          <a:xfrm>
            <a:off x="1133773" y="1371600"/>
            <a:ext cx="7629525" cy="2262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47A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Comece com um SELECT de agregação</a:t>
            </a:r>
            <a:endParaRPr lang="en-US" sz="1350" dirty="0"/>
          </a:p>
        </p:txBody>
      </p:sp>
      <p:sp>
        <p:nvSpPr>
          <p:cNvPr id="40" name="SK-19-text-39"/>
          <p:cNvSpPr/>
          <p:nvPr/>
        </p:nvSpPr>
        <p:spPr>
          <a:xfrm>
            <a:off x="1353294" y="1625203"/>
            <a:ext cx="2913757" cy="432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consulta resume vendas por cliente</a:t>
            </a:r>
            <a:endParaRPr lang="en-US" sz="1200" dirty="0"/>
          </a:p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 calcula o total agregado.</a:t>
            </a:r>
            <a:endParaRPr lang="en-US" sz="1200" dirty="0"/>
          </a:p>
        </p:txBody>
      </p:sp>
      <p:sp>
        <p:nvSpPr>
          <p:cNvPr id="41" name="SK-19-text-40"/>
          <p:cNvSpPr/>
          <p:nvPr/>
        </p:nvSpPr>
        <p:spPr>
          <a:xfrm>
            <a:off x="1121569" y="2276773"/>
            <a:ext cx="7835265" cy="2056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47A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Transforme a consulta em DataFrame</a:t>
            </a:r>
            <a:endParaRPr lang="en-US" sz="1350" dirty="0"/>
          </a:p>
        </p:txBody>
      </p:sp>
      <p:sp>
        <p:nvSpPr>
          <p:cNvPr id="42" name="SK-19-text-41"/>
          <p:cNvSpPr/>
          <p:nvPr/>
        </p:nvSpPr>
        <p:spPr>
          <a:xfrm>
            <a:off x="1353294" y="2537371"/>
            <a:ext cx="3413671" cy="432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df = spark.sql('''consulta''')</a:t>
            </a:r>
            <a:endParaRPr lang="en-US" sz="1200" dirty="0"/>
          </a:p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levar o resultado ao ecossistema ML.</a:t>
            </a:r>
            <a:endParaRPr lang="en-US" sz="1200" dirty="0"/>
          </a:p>
        </p:txBody>
      </p:sp>
      <p:sp>
        <p:nvSpPr>
          <p:cNvPr id="43" name="SK-19-text-42"/>
          <p:cNvSpPr/>
          <p:nvPr/>
        </p:nvSpPr>
        <p:spPr>
          <a:xfrm>
            <a:off x="1121569" y="3134023"/>
            <a:ext cx="5366385" cy="2262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47A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Código da demonstração</a:t>
            </a:r>
            <a:endParaRPr lang="en-US" sz="1350" dirty="0"/>
          </a:p>
        </p:txBody>
      </p:sp>
      <p:sp>
        <p:nvSpPr>
          <p:cNvPr id="44" name="SK-19-text-43"/>
          <p:cNvSpPr/>
          <p:nvPr/>
        </p:nvSpPr>
        <p:spPr>
          <a:xfrm>
            <a:off x="1450777" y="3449538"/>
            <a:ext cx="3474690" cy="100801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D700"/>
                </a:solidFill>
              </a:rPr>
              <a:t>SELECT cliente_id,</a:t>
            </a:r>
            <a:endParaRPr lang="en-US" sz="15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D700"/>
                </a:solidFill>
              </a:rPr>
              <a:t>SUM(valor) AS total</a:t>
            </a:r>
            <a:endParaRPr lang="en-US" sz="15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D700"/>
                </a:solidFill>
              </a:rPr>
              <a:t>FROM vendas</a:t>
            </a:r>
            <a:endParaRPr lang="en-US" sz="15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D700"/>
                </a:solidFill>
              </a:rPr>
              <a:t>GROUP BY cliente_id;</a:t>
            </a:r>
            <a:endParaRPr lang="en-US" sz="1500" dirty="0"/>
          </a:p>
        </p:txBody>
      </p:sp>
      <p:sp>
        <p:nvSpPr>
          <p:cNvPr id="45" name="SK-19-text-44"/>
          <p:cNvSpPr/>
          <p:nvPr/>
        </p:nvSpPr>
        <p:spPr>
          <a:xfrm>
            <a:off x="1121569" y="4635996"/>
            <a:ext cx="8041005" cy="2262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47A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Saída visual: tabela pronta para ML</a:t>
            </a:r>
            <a:endParaRPr lang="en-US" sz="1350" dirty="0"/>
          </a:p>
        </p:txBody>
      </p:sp>
      <p:sp>
        <p:nvSpPr>
          <p:cNvPr id="46" name="SK-19-text-45"/>
          <p:cNvSpPr/>
          <p:nvPr/>
        </p:nvSpPr>
        <p:spPr>
          <a:xfrm>
            <a:off x="1353294" y="4889748"/>
            <a:ext cx="3352800" cy="42505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visual: cliente_id e total agregado,</a:t>
            </a:r>
            <a:endParaRPr lang="en-US" sz="1200" dirty="0"/>
          </a:p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organizados em um DataFrame.</a:t>
            </a:r>
            <a:endParaRPr lang="en-US" sz="1200" dirty="0"/>
          </a:p>
        </p:txBody>
      </p:sp>
      <p:sp>
        <p:nvSpPr>
          <p:cNvPr id="47" name="SK-19-text-46"/>
          <p:cNvSpPr/>
          <p:nvPr/>
        </p:nvSpPr>
        <p:spPr>
          <a:xfrm>
            <a:off x="1121569" y="5527477"/>
            <a:ext cx="6189345" cy="2262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47A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 A ponte entre SQL e Python</a:t>
            </a:r>
            <a:endParaRPr lang="en-US" sz="1350" dirty="0"/>
          </a:p>
        </p:txBody>
      </p:sp>
      <p:sp>
        <p:nvSpPr>
          <p:cNvPr id="48" name="SK-19-text-47"/>
          <p:cNvSpPr/>
          <p:nvPr/>
        </p:nvSpPr>
        <p:spPr>
          <a:xfrm>
            <a:off x="1353294" y="5788075"/>
            <a:ext cx="2999184" cy="40451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query permanece familiar; o DataFrame</a:t>
            </a:r>
            <a:endParaRPr lang="en-US" sz="1200" dirty="0"/>
          </a:p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abre caminho para features e treino.</a:t>
            </a:r>
            <a:endParaRPr lang="en-US" sz="1200" dirty="0"/>
          </a:p>
        </p:txBody>
      </p:sp>
      <p:sp>
        <p:nvSpPr>
          <p:cNvPr id="49" name="SK-19-text-48"/>
          <p:cNvSpPr/>
          <p:nvPr/>
        </p:nvSpPr>
        <p:spPr>
          <a:xfrm>
            <a:off x="6534894" y="1398984"/>
            <a:ext cx="2645569" cy="141952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852"/>
              </a:lnSpc>
              <a:buNone/>
            </a:pPr>
            <a:r>
              <a:rPr lang="en-US" sz="1425" dirty="0">
                <a:solidFill>
                  <a:srgbClr val="000000"/>
                </a:solidFill>
              </a:rPr>
              <a:t>df = spark.sql("""</a:t>
            </a:r>
            <a:endParaRPr lang="en-US" sz="1425" dirty="0"/>
          </a:p>
          <a:p>
            <a:pPr marL="0" indent="0" algn="l">
              <a:lnSpc>
                <a:spcPts val="1852"/>
              </a:lnSpc>
              <a:buNone/>
            </a:pPr>
            <a:r>
              <a:rPr lang="en-US" sz="1425" dirty="0">
                <a:solidFill>
                  <a:srgbClr val="000000"/>
                </a:solidFill>
              </a:rPr>
              <a:t>SELECT cliente_id,</a:t>
            </a:r>
            <a:endParaRPr lang="en-US" sz="1425" dirty="0"/>
          </a:p>
          <a:p>
            <a:pPr marL="0" indent="0" algn="l">
              <a:lnSpc>
                <a:spcPts val="1852"/>
              </a:lnSpc>
              <a:buNone/>
            </a:pPr>
            <a:r>
              <a:rPr lang="en-US" sz="1425" dirty="0">
                <a:solidFill>
                  <a:srgbClr val="000000"/>
                </a:solidFill>
              </a:rPr>
              <a:t>SUM(valor) AS total</a:t>
            </a:r>
            <a:endParaRPr lang="en-US" sz="1425" dirty="0"/>
          </a:p>
          <a:p>
            <a:pPr marL="0" indent="0" algn="l">
              <a:lnSpc>
                <a:spcPts val="1852"/>
              </a:lnSpc>
              <a:buNone/>
            </a:pPr>
            <a:r>
              <a:rPr lang="en-US" sz="1425" dirty="0">
                <a:solidFill>
                  <a:srgbClr val="000000"/>
                </a:solidFill>
              </a:rPr>
              <a:t>FROM vendas</a:t>
            </a:r>
            <a:endParaRPr lang="en-US" sz="1425" dirty="0"/>
          </a:p>
          <a:p>
            <a:pPr marL="0" indent="0" algn="l">
              <a:lnSpc>
                <a:spcPts val="1852"/>
              </a:lnSpc>
              <a:buNone/>
            </a:pPr>
            <a:r>
              <a:rPr lang="en-US" sz="1425" dirty="0">
                <a:solidFill>
                  <a:srgbClr val="000000"/>
                </a:solidFill>
              </a:rPr>
              <a:t>GROUP BY cliente_id</a:t>
            </a:r>
            <a:endParaRPr lang="en-US" sz="1425" dirty="0"/>
          </a:p>
          <a:p>
            <a:pPr marL="0" indent="0" algn="l">
              <a:lnSpc>
                <a:spcPts val="1852"/>
              </a:lnSpc>
              <a:buNone/>
            </a:pPr>
            <a:r>
              <a:rPr lang="en-US" sz="1425" dirty="0">
                <a:solidFill>
                  <a:srgbClr val="000000"/>
                </a:solidFill>
              </a:rPr>
              <a:t>""")</a:t>
            </a:r>
            <a:endParaRPr lang="en-US" sz="1425" dirty="0"/>
          </a:p>
        </p:txBody>
      </p:sp>
      <p:sp>
        <p:nvSpPr>
          <p:cNvPr id="50" name="SK-19-text-49"/>
          <p:cNvSpPr/>
          <p:nvPr/>
        </p:nvSpPr>
        <p:spPr>
          <a:xfrm>
            <a:off x="6290965" y="3140869"/>
            <a:ext cx="4831080" cy="2262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 (exemplo visual)</a:t>
            </a:r>
            <a:endParaRPr lang="en-US" sz="1200" dirty="0"/>
          </a:p>
        </p:txBody>
      </p:sp>
      <p:sp>
        <p:nvSpPr>
          <p:cNvPr id="51" name="SK-19-text-50"/>
          <p:cNvSpPr/>
          <p:nvPr/>
        </p:nvSpPr>
        <p:spPr>
          <a:xfrm>
            <a:off x="6242298" y="5294263"/>
            <a:ext cx="3121075" cy="42505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0047A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DataFrame pronto para o próximo passo:</a:t>
            </a:r>
            <a:endParaRPr lang="en-US" sz="1200" dirty="0"/>
          </a:p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0047A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engenharia de features, treino e avaliação.</a:t>
            </a:r>
            <a:endParaRPr lang="en-US" sz="1200" dirty="0"/>
          </a:p>
        </p:txBody>
      </p:sp>
      <p:sp>
        <p:nvSpPr>
          <p:cNvPr id="52" name="SK-19-text-51"/>
          <p:cNvSpPr/>
          <p:nvPr/>
        </p:nvSpPr>
        <p:spPr>
          <a:xfrm>
            <a:off x="4523184" y="5945832"/>
            <a:ext cx="702945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47A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</a:t>
            </a:r>
            <a:endParaRPr lang="en-US" sz="1350" dirty="0"/>
          </a:p>
        </p:txBody>
      </p:sp>
      <p:sp>
        <p:nvSpPr>
          <p:cNvPr id="53" name="SK-19-text-52"/>
          <p:cNvSpPr/>
          <p:nvPr/>
        </p:nvSpPr>
        <p:spPr>
          <a:xfrm>
            <a:off x="6583561" y="5980063"/>
            <a:ext cx="1937385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47A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DataFrame</a:t>
            </a:r>
            <a:endParaRPr lang="en-US" sz="1350" dirty="0"/>
          </a:p>
        </p:txBody>
      </p:sp>
      <p:sp>
        <p:nvSpPr>
          <p:cNvPr id="54" name="SK-19-text-53"/>
          <p:cNvSpPr/>
          <p:nvPr/>
        </p:nvSpPr>
        <p:spPr>
          <a:xfrm>
            <a:off x="60871" y="6494413"/>
            <a:ext cx="2627947" cy="32221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BH</a:t>
            </a:r>
            <a:endParaRPr lang="en-US" sz="23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0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0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3788" y="1001167"/>
            <a:ext cx="2669977" cy="4814292"/>
          </a:xfrm>
          <a:prstGeom prst="rect">
            <a:avLst/>
          </a:prstGeom>
        </p:spPr>
      </p:pic>
      <p:pic>
        <p:nvPicPr>
          <p:cNvPr id="4" name="SK-20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286" y="5452021"/>
            <a:ext cx="658267" cy="624036"/>
          </a:xfrm>
          <a:prstGeom prst="rect">
            <a:avLst/>
          </a:prstGeom>
        </p:spPr>
      </p:pic>
      <p:pic>
        <p:nvPicPr>
          <p:cNvPr id="5" name="SK-20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286" y="4478238"/>
            <a:ext cx="658267" cy="644575"/>
          </a:xfrm>
          <a:prstGeom prst="rect">
            <a:avLst/>
          </a:prstGeom>
        </p:spPr>
      </p:pic>
      <p:pic>
        <p:nvPicPr>
          <p:cNvPr id="6" name="SK-20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286" y="3545532"/>
            <a:ext cx="658267" cy="630882"/>
          </a:xfrm>
          <a:prstGeom prst="rect">
            <a:avLst/>
          </a:prstGeom>
        </p:spPr>
      </p:pic>
      <p:pic>
        <p:nvPicPr>
          <p:cNvPr id="7" name="SK-20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286" y="2599134"/>
            <a:ext cx="658267" cy="637729"/>
          </a:xfrm>
          <a:prstGeom prst="rect">
            <a:avLst/>
          </a:prstGeom>
        </p:spPr>
      </p:pic>
      <p:pic>
        <p:nvPicPr>
          <p:cNvPr id="8" name="SK-20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286" y="1645890"/>
            <a:ext cx="658267" cy="630882"/>
          </a:xfrm>
          <a:prstGeom prst="rect">
            <a:avLst/>
          </a:prstGeom>
        </p:spPr>
      </p:pic>
      <p:pic>
        <p:nvPicPr>
          <p:cNvPr id="9" name="SK-20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74282" y="0"/>
            <a:ext cx="755898" cy="404515"/>
          </a:xfrm>
          <a:prstGeom prst="rect">
            <a:avLst/>
          </a:prstGeom>
        </p:spPr>
      </p:pic>
      <p:sp>
        <p:nvSpPr>
          <p:cNvPr id="10" name="SK-20-text-9"/>
          <p:cNvSpPr/>
          <p:nvPr/>
        </p:nvSpPr>
        <p:spPr>
          <a:xfrm>
            <a:off x="5754588" y="130225"/>
            <a:ext cx="2218373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SQLSATURDAY</a:t>
            </a:r>
            <a:endParaRPr lang="en-US" sz="1275" dirty="0"/>
          </a:p>
        </p:txBody>
      </p:sp>
      <p:sp>
        <p:nvSpPr>
          <p:cNvPr id="11" name="SK-20-text-10"/>
          <p:cNvSpPr/>
          <p:nvPr/>
        </p:nvSpPr>
        <p:spPr>
          <a:xfrm>
            <a:off x="9724132" y="61615"/>
            <a:ext cx="2394496" cy="6240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buNone/>
            </a:pPr>
            <a:r>
              <a:rPr lang="en-US" sz="3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BH</a:t>
            </a:r>
            <a:endParaRPr lang="en-US" sz="3150" dirty="0"/>
          </a:p>
        </p:txBody>
      </p:sp>
      <p:sp>
        <p:nvSpPr>
          <p:cNvPr id="12" name="SK-20-text-11"/>
          <p:cNvSpPr/>
          <p:nvPr/>
        </p:nvSpPr>
        <p:spPr>
          <a:xfrm>
            <a:off x="9736336" y="685800"/>
            <a:ext cx="2382292" cy="3429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buNone/>
            </a:pPr>
            <a:r>
              <a:rPr lang="en-US" sz="3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SATURDAY</a:t>
            </a:r>
            <a:endParaRPr lang="en-US" sz="3150" dirty="0"/>
          </a:p>
        </p:txBody>
      </p:sp>
      <p:sp>
        <p:nvSpPr>
          <p:cNvPr id="13" name="SK-20-text-12"/>
          <p:cNvSpPr/>
          <p:nvPr/>
        </p:nvSpPr>
        <p:spPr>
          <a:xfrm>
            <a:off x="682675" y="884634"/>
            <a:ext cx="11509325" cy="40451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925" b="1" dirty="0">
                <a:solidFill>
                  <a:srgbClr val="001A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ATO 2: Time Travel e Features</a:t>
            </a:r>
            <a:endParaRPr lang="en-US" sz="2925" dirty="0"/>
          </a:p>
        </p:txBody>
      </p:sp>
      <p:sp>
        <p:nvSpPr>
          <p:cNvPr id="14" name="SK-20-text-13"/>
          <p:cNvSpPr/>
          <p:nvPr/>
        </p:nvSpPr>
        <p:spPr>
          <a:xfrm>
            <a:off x="1548259" y="1741884"/>
            <a:ext cx="8315325" cy="2467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47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Travel preserva o passado dos dados</a:t>
            </a:r>
            <a:endParaRPr lang="en-US" sz="1350" dirty="0"/>
          </a:p>
        </p:txBody>
      </p:sp>
      <p:sp>
        <p:nvSpPr>
          <p:cNvPr id="15" name="SK-20-text-14"/>
          <p:cNvSpPr/>
          <p:nvPr/>
        </p:nvSpPr>
        <p:spPr>
          <a:xfrm>
            <a:off x="1548259" y="2071092"/>
            <a:ext cx="9357360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 AS OF recupera a versão histórica usada no treino.</a:t>
            </a:r>
            <a:endParaRPr lang="en-US" sz="1050" dirty="0"/>
          </a:p>
        </p:txBody>
      </p:sp>
      <p:sp>
        <p:nvSpPr>
          <p:cNvPr id="16" name="SK-20-text-15"/>
          <p:cNvSpPr/>
          <p:nvPr/>
        </p:nvSpPr>
        <p:spPr>
          <a:xfrm>
            <a:off x="1560463" y="2722513"/>
            <a:ext cx="7492365" cy="2467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47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Treine com o que existia naquele dia</a:t>
            </a:r>
            <a:endParaRPr lang="en-US" sz="1350" dirty="0"/>
          </a:p>
        </p:txBody>
      </p:sp>
      <p:sp>
        <p:nvSpPr>
          <p:cNvPr id="17" name="SK-20-text-16"/>
          <p:cNvSpPr/>
          <p:nvPr/>
        </p:nvSpPr>
        <p:spPr>
          <a:xfrm>
            <a:off x="1548259" y="3024336"/>
            <a:ext cx="10157460" cy="19883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reconstrução evita usar informações criadas depois do evento.</a:t>
            </a:r>
            <a:endParaRPr lang="en-US" sz="1050" dirty="0"/>
          </a:p>
        </p:txBody>
      </p:sp>
      <p:sp>
        <p:nvSpPr>
          <p:cNvPr id="18" name="SK-20-text-17"/>
          <p:cNvSpPr/>
          <p:nvPr/>
        </p:nvSpPr>
        <p:spPr>
          <a:xfrm>
            <a:off x="1560463" y="3675757"/>
            <a:ext cx="8726805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47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Window Functions criam sinais consistentes</a:t>
            </a:r>
            <a:endParaRPr lang="en-US" sz="1350" dirty="0"/>
          </a:p>
        </p:txBody>
      </p:sp>
      <p:sp>
        <p:nvSpPr>
          <p:cNvPr id="19" name="SK-20-text-18"/>
          <p:cNvSpPr/>
          <p:nvPr/>
        </p:nvSpPr>
        <p:spPr>
          <a:xfrm>
            <a:off x="1560463" y="3957042"/>
            <a:ext cx="10477500" cy="19883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LAG e médias móveis transformam histórico em features preditivas.</a:t>
            </a:r>
            <a:endParaRPr lang="en-US" sz="1050" dirty="0"/>
          </a:p>
        </p:txBody>
      </p:sp>
      <p:sp>
        <p:nvSpPr>
          <p:cNvPr id="20" name="SK-20-text-19"/>
          <p:cNvSpPr/>
          <p:nvPr/>
        </p:nvSpPr>
        <p:spPr>
          <a:xfrm>
            <a:off x="1560463" y="4629150"/>
            <a:ext cx="9755505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47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Features: tendência, recência e perfil de gasto</a:t>
            </a:r>
            <a:endParaRPr lang="en-US" sz="1350" dirty="0"/>
          </a:p>
        </p:txBody>
      </p:sp>
      <p:sp>
        <p:nvSpPr>
          <p:cNvPr id="21" name="SK-20-text-20"/>
          <p:cNvSpPr/>
          <p:nvPr/>
        </p:nvSpPr>
        <p:spPr>
          <a:xfrm>
            <a:off x="1560463" y="4917132"/>
            <a:ext cx="10631537" cy="19883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saída inclui tendencia_consumo, dias_desde_ultima_compra e decil_gasto.</a:t>
            </a:r>
            <a:endParaRPr lang="en-US" sz="1050" dirty="0"/>
          </a:p>
        </p:txBody>
      </p:sp>
      <p:sp>
        <p:nvSpPr>
          <p:cNvPr id="22" name="SK-20-text-21"/>
          <p:cNvSpPr/>
          <p:nvPr/>
        </p:nvSpPr>
        <p:spPr>
          <a:xfrm>
            <a:off x="1560463" y="5602932"/>
            <a:ext cx="7286625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47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Reprodutibilidade é parte do modelo</a:t>
            </a:r>
            <a:endParaRPr lang="en-US" sz="1350" dirty="0"/>
          </a:p>
        </p:txBody>
      </p:sp>
      <p:sp>
        <p:nvSpPr>
          <p:cNvPr id="23" name="SK-20-text-22"/>
          <p:cNvSpPr/>
          <p:nvPr/>
        </p:nvSpPr>
        <p:spPr>
          <a:xfrm>
            <a:off x="1560463" y="5890915"/>
            <a:ext cx="10477500" cy="19883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mesma versão histórica permite repetir e auditar o treinamento.</a:t>
            </a:r>
            <a:endParaRPr lang="en-US" sz="1050" dirty="0"/>
          </a:p>
        </p:txBody>
      </p:sp>
      <p:sp>
        <p:nvSpPr>
          <p:cNvPr id="24" name="SK-20-text-23"/>
          <p:cNvSpPr/>
          <p:nvPr/>
        </p:nvSpPr>
        <p:spPr>
          <a:xfrm>
            <a:off x="60871" y="6467029"/>
            <a:ext cx="2712720" cy="33590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BH</a:t>
            </a:r>
            <a:endParaRPr lang="en-US" sz="2400" dirty="0"/>
          </a:p>
        </p:txBody>
      </p:sp>
      <p:sp>
        <p:nvSpPr>
          <p:cNvPr id="25" name="SK-20-text-24"/>
          <p:cNvSpPr/>
          <p:nvPr/>
        </p:nvSpPr>
        <p:spPr>
          <a:xfrm>
            <a:off x="9619357" y="5143500"/>
            <a:ext cx="2474863" cy="16458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001A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Pythian</a:t>
            </a:r>
            <a:endParaRPr lang="en-US" sz="1050" dirty="0"/>
          </a:p>
          <a:p>
            <a:pPr marL="0" indent="0" algn="ctr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001A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Microsoft AMD PUC Minas</a:t>
            </a:r>
            <a:endParaRPr lang="en-US" sz="1050" dirty="0"/>
          </a:p>
          <a:p>
            <a:pPr marL="0" indent="0" algn="ctr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001A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DGA PRS L8C</a:t>
            </a:r>
            <a:endParaRPr lang="en-US" sz="1050" dirty="0"/>
          </a:p>
          <a:p>
            <a:pPr marL="0" indent="0" algn="ctr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001A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SOLUTIONS TECNOLOGIA SISTEMAS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1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4455" y="5733157"/>
            <a:ext cx="377875" cy="281136"/>
          </a:xfrm>
          <a:prstGeom prst="rect">
            <a:avLst/>
          </a:prstGeom>
        </p:spPr>
      </p:pic>
      <p:pic>
        <p:nvPicPr>
          <p:cNvPr id="4" name="SK-21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173" y="6336655"/>
            <a:ext cx="255984" cy="205680"/>
          </a:xfrm>
          <a:prstGeom prst="rect">
            <a:avLst/>
          </a:prstGeom>
        </p:spPr>
      </p:pic>
      <p:pic>
        <p:nvPicPr>
          <p:cNvPr id="5" name="SK-21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0886" y="4100959"/>
            <a:ext cx="3645396" cy="1536055"/>
          </a:xfrm>
          <a:prstGeom prst="rect">
            <a:avLst/>
          </a:prstGeom>
        </p:spPr>
      </p:pic>
      <p:pic>
        <p:nvPicPr>
          <p:cNvPr id="6" name="SK-21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8369" y="1741884"/>
            <a:ext cx="390079" cy="349746"/>
          </a:xfrm>
          <a:prstGeom prst="rect">
            <a:avLst/>
          </a:prstGeom>
        </p:spPr>
      </p:pic>
      <p:pic>
        <p:nvPicPr>
          <p:cNvPr id="7" name="SK-21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655" y="4869061"/>
            <a:ext cx="914400" cy="905173"/>
          </a:xfrm>
          <a:prstGeom prst="rect">
            <a:avLst/>
          </a:prstGeom>
        </p:spPr>
      </p:pic>
      <p:pic>
        <p:nvPicPr>
          <p:cNvPr id="8" name="SK-21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655" y="3758059"/>
            <a:ext cx="914400" cy="905173"/>
          </a:xfrm>
          <a:prstGeom prst="rect">
            <a:avLst/>
          </a:prstGeom>
        </p:spPr>
      </p:pic>
      <p:pic>
        <p:nvPicPr>
          <p:cNvPr id="9" name="SK-21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655" y="2667744"/>
            <a:ext cx="914400" cy="905173"/>
          </a:xfrm>
          <a:prstGeom prst="rect">
            <a:avLst/>
          </a:prstGeom>
        </p:spPr>
      </p:pic>
      <p:pic>
        <p:nvPicPr>
          <p:cNvPr id="10" name="SK-21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1577280"/>
            <a:ext cx="926455" cy="905173"/>
          </a:xfrm>
          <a:prstGeom prst="rect">
            <a:avLst/>
          </a:prstGeom>
        </p:spPr>
      </p:pic>
      <p:pic>
        <p:nvPicPr>
          <p:cNvPr id="11" name="SK-21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86486" y="13692"/>
            <a:ext cx="755898" cy="370284"/>
          </a:xfrm>
          <a:prstGeom prst="rect">
            <a:avLst/>
          </a:prstGeom>
        </p:spPr>
      </p:pic>
      <p:sp>
        <p:nvSpPr>
          <p:cNvPr id="12" name="SK-21-text-11"/>
          <p:cNvSpPr/>
          <p:nvPr/>
        </p:nvSpPr>
        <p:spPr>
          <a:xfrm>
            <a:off x="5778996" y="137071"/>
            <a:ext cx="1962150" cy="15076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SQLSATURDAY</a:t>
            </a:r>
            <a:endParaRPr lang="en-US" sz="1125" dirty="0"/>
          </a:p>
        </p:txBody>
      </p:sp>
      <p:sp>
        <p:nvSpPr>
          <p:cNvPr id="13" name="SK-21-text-12"/>
          <p:cNvSpPr/>
          <p:nvPr/>
        </p:nvSpPr>
        <p:spPr>
          <a:xfrm>
            <a:off x="9936361" y="68461"/>
            <a:ext cx="2255639" cy="6240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7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BH</a:t>
            </a:r>
            <a:endParaRPr lang="en-US" sz="3750" dirty="0"/>
          </a:p>
        </p:txBody>
      </p:sp>
      <p:sp>
        <p:nvSpPr>
          <p:cNvPr id="14" name="SK-21-text-13"/>
          <p:cNvSpPr/>
          <p:nvPr/>
        </p:nvSpPr>
        <p:spPr>
          <a:xfrm>
            <a:off x="9948565" y="692646"/>
            <a:ext cx="2243435" cy="32905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SATURDAY</a:t>
            </a:r>
            <a:endParaRPr lang="en-US" sz="2400" dirty="0"/>
          </a:p>
        </p:txBody>
      </p:sp>
      <p:sp>
        <p:nvSpPr>
          <p:cNvPr id="15" name="SK-21-text-14"/>
          <p:cNvSpPr/>
          <p:nvPr/>
        </p:nvSpPr>
        <p:spPr>
          <a:xfrm>
            <a:off x="609600" y="843409"/>
            <a:ext cx="11582400" cy="54173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ATO 3: Label e Leakage</a:t>
            </a:r>
            <a:endParaRPr lang="en-US" sz="3750" dirty="0"/>
          </a:p>
        </p:txBody>
      </p:sp>
      <p:sp>
        <p:nvSpPr>
          <p:cNvPr id="16" name="SK-21-text-15"/>
          <p:cNvSpPr/>
          <p:nvPr/>
        </p:nvSpPr>
        <p:spPr>
          <a:xfrm>
            <a:off x="1731169" y="1693813"/>
            <a:ext cx="6391275" cy="2467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3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Label nasce com CASE WHEN</a:t>
            </a:r>
            <a:endParaRPr lang="en-US" sz="1650" dirty="0"/>
          </a:p>
        </p:txBody>
      </p:sp>
      <p:sp>
        <p:nvSpPr>
          <p:cNvPr id="17" name="SK-21-text-16"/>
          <p:cNvSpPr/>
          <p:nvPr/>
        </p:nvSpPr>
        <p:spPr>
          <a:xfrm>
            <a:off x="1731169" y="2029867"/>
            <a:ext cx="2828479" cy="47997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Crie churn como coluna resposta</a:t>
            </a:r>
            <a:endParaRPr lang="en-US" sz="1350" dirty="0"/>
          </a:p>
          <a:p>
            <a:pPr marL="0" indent="0" algn="l">
              <a:lnSpc>
                <a:spcPts val="1755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usando lógica condicional.</a:t>
            </a:r>
            <a:endParaRPr lang="en-US" sz="1350" dirty="0"/>
          </a:p>
        </p:txBody>
      </p:sp>
      <p:sp>
        <p:nvSpPr>
          <p:cNvPr id="18" name="SK-21-text-17"/>
          <p:cNvSpPr/>
          <p:nvPr/>
        </p:nvSpPr>
        <p:spPr>
          <a:xfrm>
            <a:off x="1731169" y="2852886"/>
            <a:ext cx="7397115" cy="2536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3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prevê; label responde</a:t>
            </a:r>
            <a:endParaRPr lang="en-US" sz="1650" dirty="0"/>
          </a:p>
        </p:txBody>
      </p:sp>
      <p:sp>
        <p:nvSpPr>
          <p:cNvPr id="19" name="SK-21-text-18"/>
          <p:cNvSpPr/>
          <p:nvPr/>
        </p:nvSpPr>
        <p:spPr>
          <a:xfrm>
            <a:off x="1731169" y="3182094"/>
            <a:ext cx="2645569" cy="46627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é a coluna preditora;</a:t>
            </a:r>
            <a:endParaRPr lang="en-US" sz="1350" dirty="0"/>
          </a:p>
          <a:p>
            <a:pPr marL="0" indent="0" algn="l">
              <a:lnSpc>
                <a:spcPts val="1755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label é o resultado observado.</a:t>
            </a:r>
            <a:endParaRPr lang="en-US" sz="1350" dirty="0"/>
          </a:p>
        </p:txBody>
      </p:sp>
      <p:sp>
        <p:nvSpPr>
          <p:cNvPr id="20" name="SK-21-text-19"/>
          <p:cNvSpPr/>
          <p:nvPr/>
        </p:nvSpPr>
        <p:spPr>
          <a:xfrm>
            <a:off x="1731169" y="3984427"/>
            <a:ext cx="7900035" cy="2467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3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Vazamento: informação do futuro</a:t>
            </a:r>
            <a:endParaRPr lang="en-US" sz="1650" dirty="0"/>
          </a:p>
        </p:txBody>
      </p:sp>
      <p:sp>
        <p:nvSpPr>
          <p:cNvPr id="21" name="SK-21-text-20"/>
          <p:cNvSpPr/>
          <p:nvPr/>
        </p:nvSpPr>
        <p:spPr>
          <a:xfrm>
            <a:off x="1731169" y="4293096"/>
            <a:ext cx="2974777" cy="47997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motivo_do_cancelamento só existe</a:t>
            </a:r>
            <a:endParaRPr lang="en-US" sz="1350" dirty="0"/>
          </a:p>
          <a:p>
            <a:pPr marL="0" indent="0" algn="l">
              <a:lnSpc>
                <a:spcPts val="1755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depois do cancelamento.</a:t>
            </a:r>
            <a:endParaRPr lang="en-US" sz="1350" dirty="0"/>
          </a:p>
        </p:txBody>
      </p:sp>
      <p:sp>
        <p:nvSpPr>
          <p:cNvPr id="22" name="SK-21-text-21"/>
          <p:cNvSpPr/>
          <p:nvPr/>
        </p:nvSpPr>
        <p:spPr>
          <a:xfrm>
            <a:off x="1731169" y="5115967"/>
            <a:ext cx="6894195" cy="2674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3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eu sabia naquele dia?</a:t>
            </a:r>
            <a:endParaRPr lang="en-US" sz="1650" dirty="0"/>
          </a:p>
        </p:txBody>
      </p:sp>
      <p:sp>
        <p:nvSpPr>
          <p:cNvPr id="23" name="SK-21-text-22"/>
          <p:cNvSpPr/>
          <p:nvPr/>
        </p:nvSpPr>
        <p:spPr>
          <a:xfrm>
            <a:off x="1731169" y="5445175"/>
            <a:ext cx="2608957" cy="4731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a resposta é não, a coluna</a:t>
            </a:r>
            <a:endParaRPr lang="en-US" sz="1350" dirty="0"/>
          </a:p>
          <a:p>
            <a:pPr marL="0" indent="0" algn="l">
              <a:lnSpc>
                <a:spcPts val="1755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pode entrar no treino.</a:t>
            </a:r>
            <a:endParaRPr lang="en-US" sz="1350" dirty="0"/>
          </a:p>
        </p:txBody>
      </p:sp>
      <p:sp>
        <p:nvSpPr>
          <p:cNvPr id="24" name="SK-21-text-23"/>
          <p:cNvSpPr/>
          <p:nvPr/>
        </p:nvSpPr>
        <p:spPr>
          <a:xfrm>
            <a:off x="6547098" y="1837879"/>
            <a:ext cx="2636520" cy="1851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VISUAL</a:t>
            </a:r>
            <a:endParaRPr lang="en-US" sz="1200" dirty="0"/>
          </a:p>
        </p:txBody>
      </p:sp>
      <p:sp>
        <p:nvSpPr>
          <p:cNvPr id="25" name="SK-21-text-24"/>
          <p:cNvSpPr/>
          <p:nvPr/>
        </p:nvSpPr>
        <p:spPr>
          <a:xfrm>
            <a:off x="6071592" y="2283619"/>
            <a:ext cx="1104900" cy="1576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033A0"/>
                </a:solidFill>
              </a:rPr>
              <a:t>SELECT</a:t>
            </a:r>
            <a:endParaRPr lang="en-US" sz="1125" dirty="0"/>
          </a:p>
        </p:txBody>
      </p:sp>
      <p:sp>
        <p:nvSpPr>
          <p:cNvPr id="26" name="SK-21-text-25"/>
          <p:cNvSpPr/>
          <p:nvPr/>
        </p:nvSpPr>
        <p:spPr>
          <a:xfrm>
            <a:off x="6071592" y="2496294"/>
            <a:ext cx="2901553" cy="133037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dirty="0">
                <a:solidFill>
                  <a:srgbClr val="222222"/>
                </a:solidFill>
              </a:rPr>
              <a:t>cliente_id,</a:t>
            </a:r>
            <a:endParaRPr lang="en-US" sz="1350" dirty="0"/>
          </a:p>
          <a:p>
            <a:pPr marL="0" indent="0" algn="l">
              <a:lnSpc>
                <a:spcPts val="1755"/>
              </a:lnSpc>
              <a:buNone/>
            </a:pPr>
            <a:r>
              <a:rPr lang="en-US" sz="1350" dirty="0">
                <a:solidFill>
                  <a:srgbClr val="222222"/>
                </a:solidFill>
              </a:rPr>
              <a:t>dias_desde_ultima_compra,</a:t>
            </a:r>
            <a:endParaRPr lang="en-US" sz="1350" dirty="0"/>
          </a:p>
          <a:p>
            <a:pPr marL="0" indent="0" algn="l">
              <a:lnSpc>
                <a:spcPts val="1755"/>
              </a:lnSpc>
              <a:buNone/>
            </a:pPr>
            <a:r>
              <a:rPr lang="en-US" sz="1350" dirty="0">
                <a:solidFill>
                  <a:srgbClr val="222222"/>
                </a:solidFill>
              </a:rPr>
              <a:t>total_gasto_90d,</a:t>
            </a:r>
            <a:endParaRPr lang="en-US" sz="1350" dirty="0"/>
          </a:p>
          <a:p>
            <a:pPr marL="0" indent="0" algn="l">
              <a:lnSpc>
                <a:spcPts val="1755"/>
              </a:lnSpc>
              <a:buNone/>
            </a:pPr>
            <a:r>
              <a:rPr lang="en-US" sz="1350" dirty="0">
                <a:solidFill>
                  <a:srgbClr val="222222"/>
                </a:solidFill>
              </a:rPr>
              <a:t>CASE WHEN cancelou = 1</a:t>
            </a:r>
            <a:endParaRPr lang="en-US" sz="1350" dirty="0"/>
          </a:p>
          <a:p>
            <a:pPr marL="0" indent="0" algn="l">
              <a:lnSpc>
                <a:spcPts val="1755"/>
              </a:lnSpc>
              <a:buNone/>
            </a:pPr>
            <a:r>
              <a:rPr lang="en-US" sz="1350" dirty="0">
                <a:solidFill>
                  <a:srgbClr val="222222"/>
                </a:solidFill>
              </a:rPr>
              <a:t>THEN 1 ELSE 0 END AS churn</a:t>
            </a:r>
            <a:endParaRPr lang="en-US" sz="1350" dirty="0"/>
          </a:p>
          <a:p>
            <a:pPr marL="0" indent="0" algn="l">
              <a:lnSpc>
                <a:spcPts val="1755"/>
              </a:lnSpc>
              <a:buNone/>
            </a:pPr>
            <a:r>
              <a:rPr lang="en-US" sz="1350" dirty="0">
                <a:solidFill>
                  <a:srgbClr val="222222"/>
                </a:solidFill>
              </a:rPr>
              <a:t>FROM clientes_base;</a:t>
            </a:r>
            <a:endParaRPr lang="en-US" sz="1350" dirty="0"/>
          </a:p>
        </p:txBody>
      </p:sp>
      <p:sp>
        <p:nvSpPr>
          <p:cNvPr id="27" name="SK-21-text-26"/>
          <p:cNvSpPr/>
          <p:nvPr/>
        </p:nvSpPr>
        <p:spPr>
          <a:xfrm>
            <a:off x="60871" y="6467029"/>
            <a:ext cx="2712720" cy="32905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BH</a:t>
            </a:r>
            <a:endParaRPr lang="en-US" sz="2400" dirty="0"/>
          </a:p>
        </p:txBody>
      </p:sp>
      <p:sp>
        <p:nvSpPr>
          <p:cNvPr id="28" name="SK-21-text-27"/>
          <p:cNvSpPr/>
          <p:nvPr/>
        </p:nvSpPr>
        <p:spPr>
          <a:xfrm>
            <a:off x="9972973" y="6371034"/>
            <a:ext cx="419100" cy="1302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DGA</a:t>
            </a:r>
            <a:endParaRPr lang="en-US" sz="750" dirty="0"/>
          </a:p>
        </p:txBody>
      </p:sp>
      <p:sp>
        <p:nvSpPr>
          <p:cNvPr id="29" name="SK-21-text-28"/>
          <p:cNvSpPr/>
          <p:nvPr/>
        </p:nvSpPr>
        <p:spPr>
          <a:xfrm>
            <a:off x="10387459" y="6357342"/>
            <a:ext cx="685800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PRS</a:t>
            </a:r>
            <a:endParaRPr lang="en-US" sz="1200" dirty="0"/>
          </a:p>
        </p:txBody>
      </p:sp>
      <p:sp>
        <p:nvSpPr>
          <p:cNvPr id="30" name="SK-21-text-29"/>
          <p:cNvSpPr/>
          <p:nvPr/>
        </p:nvSpPr>
        <p:spPr>
          <a:xfrm>
            <a:off x="11167765" y="5376565"/>
            <a:ext cx="1024235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Pythian</a:t>
            </a:r>
            <a:endParaRPr lang="en-US" sz="1200" dirty="0"/>
          </a:p>
        </p:txBody>
      </p:sp>
      <p:sp>
        <p:nvSpPr>
          <p:cNvPr id="31" name="SK-21-text-30"/>
          <p:cNvSpPr/>
          <p:nvPr/>
        </p:nvSpPr>
        <p:spPr>
          <a:xfrm>
            <a:off x="11496973" y="6034980"/>
            <a:ext cx="695027" cy="8215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PUC Minas</a:t>
            </a:r>
            <a:endParaRPr lang="en-US" sz="750" dirty="0"/>
          </a:p>
        </p:txBody>
      </p:sp>
      <p:sp>
        <p:nvSpPr>
          <p:cNvPr id="32" name="SK-21-text-31"/>
          <p:cNvSpPr/>
          <p:nvPr/>
        </p:nvSpPr>
        <p:spPr>
          <a:xfrm>
            <a:off x="11192173" y="6309271"/>
            <a:ext cx="840105" cy="1851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3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L8C</a:t>
            </a:r>
            <a:endParaRPr lang="en-US" sz="1350" dirty="0"/>
          </a:p>
        </p:txBody>
      </p:sp>
      <p:sp>
        <p:nvSpPr>
          <p:cNvPr id="33" name="SK-21-text-32"/>
          <p:cNvSpPr/>
          <p:nvPr/>
        </p:nvSpPr>
        <p:spPr>
          <a:xfrm>
            <a:off x="11179969" y="6501259"/>
            <a:ext cx="716280" cy="7530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525" dirty="0">
                <a:solidFill>
                  <a:srgbClr val="003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SISTEMAS</a:t>
            </a:r>
            <a:endParaRPr lang="en-US" sz="5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2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2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761" y="2221855"/>
            <a:ext cx="5179123" cy="2491609"/>
          </a:xfrm>
          <a:prstGeom prst="rect">
            <a:avLst/>
          </a:prstGeom>
        </p:spPr>
      </p:pic>
      <p:pic>
        <p:nvPicPr>
          <p:cNvPr id="4" name="SK-22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761" y="2221855"/>
            <a:ext cx="844058" cy="348092"/>
          </a:xfrm>
          <a:prstGeom prst="rect">
            <a:avLst/>
          </a:prstGeom>
        </p:spPr>
      </p:pic>
      <p:pic>
        <p:nvPicPr>
          <p:cNvPr id="5" name="SK-22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8819" y="2221855"/>
            <a:ext cx="1151961" cy="348092"/>
          </a:xfrm>
          <a:prstGeom prst="rect">
            <a:avLst/>
          </a:prstGeom>
        </p:spPr>
      </p:pic>
      <p:pic>
        <p:nvPicPr>
          <p:cNvPr id="6" name="SK-22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0780" y="2221855"/>
            <a:ext cx="848627" cy="348092"/>
          </a:xfrm>
          <a:prstGeom prst="rect">
            <a:avLst/>
          </a:prstGeom>
        </p:spPr>
      </p:pic>
      <p:pic>
        <p:nvPicPr>
          <p:cNvPr id="7" name="SK-22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9407" y="2221855"/>
            <a:ext cx="478439" cy="348092"/>
          </a:xfrm>
          <a:prstGeom prst="rect">
            <a:avLst/>
          </a:prstGeom>
        </p:spPr>
      </p:pic>
      <p:pic>
        <p:nvPicPr>
          <p:cNvPr id="8" name="SK-22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7846" y="2221855"/>
            <a:ext cx="932067" cy="348092"/>
          </a:xfrm>
          <a:prstGeom prst="rect">
            <a:avLst/>
          </a:prstGeom>
        </p:spPr>
      </p:pic>
      <p:pic>
        <p:nvPicPr>
          <p:cNvPr id="9" name="SK-22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09913" y="2221855"/>
            <a:ext cx="923972" cy="348092"/>
          </a:xfrm>
          <a:prstGeom prst="rect">
            <a:avLst/>
          </a:prstGeom>
        </p:spPr>
      </p:pic>
      <p:pic>
        <p:nvPicPr>
          <p:cNvPr id="10" name="SK-22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4761" y="2569947"/>
            <a:ext cx="844058" cy="348092"/>
          </a:xfrm>
          <a:prstGeom prst="rect">
            <a:avLst/>
          </a:prstGeom>
        </p:spPr>
      </p:pic>
      <p:pic>
        <p:nvPicPr>
          <p:cNvPr id="11" name="SK-22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98819" y="2569947"/>
            <a:ext cx="1151961" cy="348092"/>
          </a:xfrm>
          <a:prstGeom prst="rect">
            <a:avLst/>
          </a:prstGeom>
        </p:spPr>
      </p:pic>
      <p:pic>
        <p:nvPicPr>
          <p:cNvPr id="12" name="SK-22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50780" y="2569947"/>
            <a:ext cx="848627" cy="348092"/>
          </a:xfrm>
          <a:prstGeom prst="rect">
            <a:avLst/>
          </a:prstGeom>
        </p:spPr>
      </p:pic>
      <p:pic>
        <p:nvPicPr>
          <p:cNvPr id="13" name="SK-22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99407" y="2569947"/>
            <a:ext cx="478439" cy="348092"/>
          </a:xfrm>
          <a:prstGeom prst="rect">
            <a:avLst/>
          </a:prstGeom>
        </p:spPr>
      </p:pic>
      <p:pic>
        <p:nvPicPr>
          <p:cNvPr id="14" name="SK-22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16406" y="2780635"/>
            <a:ext cx="41785" cy="45802"/>
          </a:xfrm>
          <a:prstGeom prst="rect">
            <a:avLst/>
          </a:prstGeom>
        </p:spPr>
      </p:pic>
      <p:pic>
        <p:nvPicPr>
          <p:cNvPr id="15" name="SK-22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83261" y="2743994"/>
            <a:ext cx="41786" cy="82443"/>
          </a:xfrm>
          <a:prstGeom prst="rect">
            <a:avLst/>
          </a:prstGeom>
        </p:spPr>
      </p:pic>
      <p:pic>
        <p:nvPicPr>
          <p:cNvPr id="16" name="SK-22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50117" y="2707352"/>
            <a:ext cx="41785" cy="119084"/>
          </a:xfrm>
          <a:prstGeom prst="rect">
            <a:avLst/>
          </a:prstGeom>
        </p:spPr>
      </p:pic>
      <p:pic>
        <p:nvPicPr>
          <p:cNvPr id="17" name="SK-22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6974" y="2661551"/>
            <a:ext cx="41785" cy="164886"/>
          </a:xfrm>
          <a:prstGeom prst="rect">
            <a:avLst/>
          </a:prstGeom>
        </p:spPr>
      </p:pic>
      <p:pic>
        <p:nvPicPr>
          <p:cNvPr id="18" name="SK-22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77846" y="2569947"/>
            <a:ext cx="932067" cy="348092"/>
          </a:xfrm>
          <a:prstGeom prst="rect">
            <a:avLst/>
          </a:prstGeom>
        </p:spPr>
      </p:pic>
      <p:pic>
        <p:nvPicPr>
          <p:cNvPr id="19" name="SK-22-img-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09913" y="2569947"/>
            <a:ext cx="923972" cy="348092"/>
          </a:xfrm>
          <a:prstGeom prst="rect">
            <a:avLst/>
          </a:prstGeom>
        </p:spPr>
      </p:pic>
      <p:pic>
        <p:nvPicPr>
          <p:cNvPr id="20" name="SK-22-img-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26912" y="2698765"/>
            <a:ext cx="108641" cy="109924"/>
          </a:xfrm>
          <a:prstGeom prst="rect">
            <a:avLst/>
          </a:prstGeom>
        </p:spPr>
      </p:pic>
      <p:pic>
        <p:nvPicPr>
          <p:cNvPr id="21" name="SK-22-img-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754761" y="2918040"/>
            <a:ext cx="844058" cy="348093"/>
          </a:xfrm>
          <a:prstGeom prst="rect">
            <a:avLst/>
          </a:prstGeom>
        </p:spPr>
      </p:pic>
      <p:pic>
        <p:nvPicPr>
          <p:cNvPr id="22" name="SK-22-img-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598819" y="2918040"/>
            <a:ext cx="1151961" cy="348093"/>
          </a:xfrm>
          <a:prstGeom prst="rect">
            <a:avLst/>
          </a:prstGeom>
        </p:spPr>
      </p:pic>
      <p:pic>
        <p:nvPicPr>
          <p:cNvPr id="23" name="SK-22-img-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750780" y="2918040"/>
            <a:ext cx="848627" cy="348093"/>
          </a:xfrm>
          <a:prstGeom prst="rect">
            <a:avLst/>
          </a:prstGeom>
        </p:spPr>
      </p:pic>
      <p:pic>
        <p:nvPicPr>
          <p:cNvPr id="24" name="SK-22-img-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599407" y="2918040"/>
            <a:ext cx="478439" cy="348093"/>
          </a:xfrm>
          <a:prstGeom prst="rect">
            <a:avLst/>
          </a:prstGeom>
        </p:spPr>
      </p:pic>
      <p:pic>
        <p:nvPicPr>
          <p:cNvPr id="25" name="SK-22-img-2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16406" y="3128728"/>
            <a:ext cx="41785" cy="45802"/>
          </a:xfrm>
          <a:prstGeom prst="rect">
            <a:avLst/>
          </a:prstGeom>
        </p:spPr>
      </p:pic>
      <p:pic>
        <p:nvPicPr>
          <p:cNvPr id="26" name="SK-22-img-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783261" y="3092086"/>
            <a:ext cx="41786" cy="82443"/>
          </a:xfrm>
          <a:prstGeom prst="rect">
            <a:avLst/>
          </a:prstGeom>
        </p:spPr>
      </p:pic>
      <p:pic>
        <p:nvPicPr>
          <p:cNvPr id="27" name="SK-22-img-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850117" y="3055445"/>
            <a:ext cx="41785" cy="119084"/>
          </a:xfrm>
          <a:prstGeom prst="rect">
            <a:avLst/>
          </a:prstGeom>
        </p:spPr>
      </p:pic>
      <p:pic>
        <p:nvPicPr>
          <p:cNvPr id="28" name="SK-22-img-2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6974" y="3009643"/>
            <a:ext cx="41785" cy="164886"/>
          </a:xfrm>
          <a:prstGeom prst="rect">
            <a:avLst/>
          </a:prstGeom>
        </p:spPr>
      </p:pic>
      <p:pic>
        <p:nvPicPr>
          <p:cNvPr id="29" name="SK-22-img-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77846" y="2918040"/>
            <a:ext cx="932067" cy="348093"/>
          </a:xfrm>
          <a:prstGeom prst="rect">
            <a:avLst/>
          </a:prstGeom>
        </p:spPr>
      </p:pic>
      <p:pic>
        <p:nvPicPr>
          <p:cNvPr id="30" name="SK-22-img-29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009913" y="2918040"/>
            <a:ext cx="923972" cy="348093"/>
          </a:xfrm>
          <a:prstGeom prst="rect">
            <a:avLst/>
          </a:prstGeom>
        </p:spPr>
      </p:pic>
      <p:pic>
        <p:nvPicPr>
          <p:cNvPr id="31" name="SK-22-img-30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126912" y="3046857"/>
            <a:ext cx="108641" cy="109924"/>
          </a:xfrm>
          <a:prstGeom prst="rect">
            <a:avLst/>
          </a:prstGeom>
        </p:spPr>
      </p:pic>
      <p:pic>
        <p:nvPicPr>
          <p:cNvPr id="32" name="SK-22-img-31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754761" y="3266133"/>
            <a:ext cx="844058" cy="348092"/>
          </a:xfrm>
          <a:prstGeom prst="rect">
            <a:avLst/>
          </a:prstGeom>
        </p:spPr>
      </p:pic>
      <p:pic>
        <p:nvPicPr>
          <p:cNvPr id="33" name="SK-22-img-32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598819" y="3266133"/>
            <a:ext cx="1151961" cy="348092"/>
          </a:xfrm>
          <a:prstGeom prst="rect">
            <a:avLst/>
          </a:prstGeom>
        </p:spPr>
      </p:pic>
      <p:pic>
        <p:nvPicPr>
          <p:cNvPr id="34" name="SK-22-img-33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750780" y="3266133"/>
            <a:ext cx="848627" cy="348092"/>
          </a:xfrm>
          <a:prstGeom prst="rect">
            <a:avLst/>
          </a:prstGeom>
        </p:spPr>
      </p:pic>
      <p:pic>
        <p:nvPicPr>
          <p:cNvPr id="35" name="SK-22-img-34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599407" y="3266133"/>
            <a:ext cx="478439" cy="348092"/>
          </a:xfrm>
          <a:prstGeom prst="rect">
            <a:avLst/>
          </a:prstGeom>
        </p:spPr>
      </p:pic>
      <p:pic>
        <p:nvPicPr>
          <p:cNvPr id="36" name="SK-22-img-35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716406" y="3476820"/>
            <a:ext cx="41785" cy="45802"/>
          </a:xfrm>
          <a:prstGeom prst="rect">
            <a:avLst/>
          </a:prstGeom>
        </p:spPr>
      </p:pic>
      <p:pic>
        <p:nvPicPr>
          <p:cNvPr id="37" name="SK-22-img-36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783261" y="3440179"/>
            <a:ext cx="41786" cy="82443"/>
          </a:xfrm>
          <a:prstGeom prst="rect">
            <a:avLst/>
          </a:prstGeom>
        </p:spPr>
      </p:pic>
      <p:pic>
        <p:nvPicPr>
          <p:cNvPr id="38" name="SK-22-img-37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850117" y="3403538"/>
            <a:ext cx="41785" cy="119084"/>
          </a:xfrm>
          <a:prstGeom prst="rect">
            <a:avLst/>
          </a:prstGeom>
        </p:spPr>
      </p:pic>
      <p:pic>
        <p:nvPicPr>
          <p:cNvPr id="39" name="SK-22-img-38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916974" y="3357736"/>
            <a:ext cx="41785" cy="164886"/>
          </a:xfrm>
          <a:prstGeom prst="rect">
            <a:avLst/>
          </a:prstGeom>
        </p:spPr>
      </p:pic>
      <p:pic>
        <p:nvPicPr>
          <p:cNvPr id="40" name="SK-22-img-39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077846" y="3266133"/>
            <a:ext cx="932067" cy="348092"/>
          </a:xfrm>
          <a:prstGeom prst="rect">
            <a:avLst/>
          </a:prstGeom>
        </p:spPr>
      </p:pic>
      <p:pic>
        <p:nvPicPr>
          <p:cNvPr id="41" name="SK-22-img-40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009913" y="3266133"/>
            <a:ext cx="923972" cy="348092"/>
          </a:xfrm>
          <a:prstGeom prst="rect">
            <a:avLst/>
          </a:prstGeom>
        </p:spPr>
      </p:pic>
      <p:pic>
        <p:nvPicPr>
          <p:cNvPr id="42" name="SK-22-img-41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126912" y="3394950"/>
            <a:ext cx="108641" cy="109924"/>
          </a:xfrm>
          <a:prstGeom prst="rect">
            <a:avLst/>
          </a:prstGeom>
        </p:spPr>
      </p:pic>
      <p:pic>
        <p:nvPicPr>
          <p:cNvPr id="43" name="SK-22-img-42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754761" y="3614225"/>
            <a:ext cx="844058" cy="348092"/>
          </a:xfrm>
          <a:prstGeom prst="rect">
            <a:avLst/>
          </a:prstGeom>
        </p:spPr>
      </p:pic>
      <p:pic>
        <p:nvPicPr>
          <p:cNvPr id="44" name="SK-22-img-43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598819" y="3614225"/>
            <a:ext cx="1151961" cy="348092"/>
          </a:xfrm>
          <a:prstGeom prst="rect">
            <a:avLst/>
          </a:prstGeom>
        </p:spPr>
      </p:pic>
      <p:pic>
        <p:nvPicPr>
          <p:cNvPr id="45" name="SK-22-img-44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750780" y="3614225"/>
            <a:ext cx="848627" cy="348092"/>
          </a:xfrm>
          <a:prstGeom prst="rect">
            <a:avLst/>
          </a:prstGeom>
        </p:spPr>
      </p:pic>
      <p:pic>
        <p:nvPicPr>
          <p:cNvPr id="46" name="SK-22-img-45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599407" y="3614225"/>
            <a:ext cx="478439" cy="348092"/>
          </a:xfrm>
          <a:prstGeom prst="rect">
            <a:avLst/>
          </a:prstGeom>
        </p:spPr>
      </p:pic>
      <p:pic>
        <p:nvPicPr>
          <p:cNvPr id="47" name="SK-22-img-46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716406" y="3824912"/>
            <a:ext cx="41785" cy="45802"/>
          </a:xfrm>
          <a:prstGeom prst="rect">
            <a:avLst/>
          </a:prstGeom>
        </p:spPr>
      </p:pic>
      <p:pic>
        <p:nvPicPr>
          <p:cNvPr id="48" name="SK-22-img-47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783261" y="3788271"/>
            <a:ext cx="41786" cy="82443"/>
          </a:xfrm>
          <a:prstGeom prst="rect">
            <a:avLst/>
          </a:prstGeom>
        </p:spPr>
      </p:pic>
      <p:pic>
        <p:nvPicPr>
          <p:cNvPr id="49" name="SK-22-img-48" descr="preencode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850117" y="3751630"/>
            <a:ext cx="41785" cy="119085"/>
          </a:xfrm>
          <a:prstGeom prst="rect">
            <a:avLst/>
          </a:prstGeom>
        </p:spPr>
      </p:pic>
      <p:pic>
        <p:nvPicPr>
          <p:cNvPr id="50" name="SK-22-img-49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916974" y="3705828"/>
            <a:ext cx="41785" cy="164886"/>
          </a:xfrm>
          <a:prstGeom prst="rect">
            <a:avLst/>
          </a:prstGeom>
        </p:spPr>
      </p:pic>
      <p:pic>
        <p:nvPicPr>
          <p:cNvPr id="51" name="SK-22-img-50" descr="preencoded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077846" y="3614225"/>
            <a:ext cx="932067" cy="348092"/>
          </a:xfrm>
          <a:prstGeom prst="rect">
            <a:avLst/>
          </a:prstGeom>
        </p:spPr>
      </p:pic>
      <p:pic>
        <p:nvPicPr>
          <p:cNvPr id="52" name="SK-22-img-51" descr="preencoded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009913" y="3614225"/>
            <a:ext cx="923972" cy="348092"/>
          </a:xfrm>
          <a:prstGeom prst="rect">
            <a:avLst/>
          </a:prstGeom>
        </p:spPr>
      </p:pic>
      <p:pic>
        <p:nvPicPr>
          <p:cNvPr id="53" name="SK-22-img-52" descr="preencoded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9126912" y="3743042"/>
            <a:ext cx="108641" cy="109924"/>
          </a:xfrm>
          <a:prstGeom prst="rect">
            <a:avLst/>
          </a:prstGeom>
        </p:spPr>
      </p:pic>
      <p:pic>
        <p:nvPicPr>
          <p:cNvPr id="54" name="SK-22-img-53" descr="preencoded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4754761" y="3962317"/>
            <a:ext cx="844058" cy="348093"/>
          </a:xfrm>
          <a:prstGeom prst="rect">
            <a:avLst/>
          </a:prstGeom>
        </p:spPr>
      </p:pic>
      <p:pic>
        <p:nvPicPr>
          <p:cNvPr id="55" name="SK-22-img-54" descr="preencoded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5598819" y="3962317"/>
            <a:ext cx="1151961" cy="348093"/>
          </a:xfrm>
          <a:prstGeom prst="rect">
            <a:avLst/>
          </a:prstGeom>
        </p:spPr>
      </p:pic>
      <p:pic>
        <p:nvPicPr>
          <p:cNvPr id="56" name="SK-22-img-55" descr="preencoded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6750780" y="3962317"/>
            <a:ext cx="848627" cy="348093"/>
          </a:xfrm>
          <a:prstGeom prst="rect">
            <a:avLst/>
          </a:prstGeom>
        </p:spPr>
      </p:pic>
      <p:pic>
        <p:nvPicPr>
          <p:cNvPr id="57" name="SK-22-img-56" descr="preencoded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7599407" y="3962317"/>
            <a:ext cx="478439" cy="348093"/>
          </a:xfrm>
          <a:prstGeom prst="rect">
            <a:avLst/>
          </a:prstGeom>
        </p:spPr>
      </p:pic>
      <p:pic>
        <p:nvPicPr>
          <p:cNvPr id="58" name="SK-22-img-57" descr="preencoded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7716406" y="4173005"/>
            <a:ext cx="41785" cy="45802"/>
          </a:xfrm>
          <a:prstGeom prst="rect">
            <a:avLst/>
          </a:prstGeom>
        </p:spPr>
      </p:pic>
      <p:pic>
        <p:nvPicPr>
          <p:cNvPr id="59" name="SK-22-img-58" descr="preencoded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7783261" y="4136364"/>
            <a:ext cx="41786" cy="82443"/>
          </a:xfrm>
          <a:prstGeom prst="rect">
            <a:avLst/>
          </a:prstGeom>
        </p:spPr>
      </p:pic>
      <p:pic>
        <p:nvPicPr>
          <p:cNvPr id="60" name="SK-22-img-59" descr="preencoded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7850117" y="4099722"/>
            <a:ext cx="41785" cy="119084"/>
          </a:xfrm>
          <a:prstGeom prst="rect">
            <a:avLst/>
          </a:prstGeom>
        </p:spPr>
      </p:pic>
      <p:pic>
        <p:nvPicPr>
          <p:cNvPr id="61" name="SK-22-img-60" descr="preencoded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7916974" y="4053921"/>
            <a:ext cx="41785" cy="164886"/>
          </a:xfrm>
          <a:prstGeom prst="rect">
            <a:avLst/>
          </a:prstGeom>
        </p:spPr>
      </p:pic>
      <p:pic>
        <p:nvPicPr>
          <p:cNvPr id="62" name="SK-22-img-61" descr="preencoded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8077846" y="3962317"/>
            <a:ext cx="932067" cy="348093"/>
          </a:xfrm>
          <a:prstGeom prst="rect">
            <a:avLst/>
          </a:prstGeom>
        </p:spPr>
      </p:pic>
      <p:pic>
        <p:nvPicPr>
          <p:cNvPr id="63" name="SK-22-img-62" descr="preencoded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9009913" y="3962317"/>
            <a:ext cx="923972" cy="348093"/>
          </a:xfrm>
          <a:prstGeom prst="rect">
            <a:avLst/>
          </a:prstGeom>
        </p:spPr>
      </p:pic>
      <p:pic>
        <p:nvPicPr>
          <p:cNvPr id="64" name="SK-22-img-63" descr="preencoded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9126912" y="4091135"/>
            <a:ext cx="108641" cy="109924"/>
          </a:xfrm>
          <a:prstGeom prst="rect">
            <a:avLst/>
          </a:prstGeom>
        </p:spPr>
      </p:pic>
      <p:pic>
        <p:nvPicPr>
          <p:cNvPr id="65" name="SK-22-img-64" descr="preencoded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4754761" y="4310410"/>
            <a:ext cx="844058" cy="403054"/>
          </a:xfrm>
          <a:prstGeom prst="rect">
            <a:avLst/>
          </a:prstGeom>
        </p:spPr>
      </p:pic>
      <p:pic>
        <p:nvPicPr>
          <p:cNvPr id="66" name="SK-22-img-65" descr="preencoded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5598819" y="4310410"/>
            <a:ext cx="1151961" cy="403054"/>
          </a:xfrm>
          <a:prstGeom prst="rect">
            <a:avLst/>
          </a:prstGeom>
        </p:spPr>
      </p:pic>
      <p:pic>
        <p:nvPicPr>
          <p:cNvPr id="67" name="SK-22-img-66" descr="preencoded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6750780" y="4310410"/>
            <a:ext cx="848627" cy="403054"/>
          </a:xfrm>
          <a:prstGeom prst="rect">
            <a:avLst/>
          </a:prstGeom>
        </p:spPr>
      </p:pic>
      <p:pic>
        <p:nvPicPr>
          <p:cNvPr id="68" name="SK-22-img-67" descr="preencoded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7599407" y="4310410"/>
            <a:ext cx="478439" cy="403054"/>
          </a:xfrm>
          <a:prstGeom prst="rect">
            <a:avLst/>
          </a:prstGeom>
        </p:spPr>
      </p:pic>
      <p:pic>
        <p:nvPicPr>
          <p:cNvPr id="69" name="SK-22-img-68" descr="preencoded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8077846" y="4310410"/>
            <a:ext cx="932067" cy="403054"/>
          </a:xfrm>
          <a:prstGeom prst="rect">
            <a:avLst/>
          </a:prstGeom>
        </p:spPr>
      </p:pic>
      <p:pic>
        <p:nvPicPr>
          <p:cNvPr id="70" name="SK-22-img-69" descr="preencoded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11557992" y="5726311"/>
            <a:ext cx="390079" cy="287982"/>
          </a:xfrm>
          <a:prstGeom prst="rect">
            <a:avLst/>
          </a:prstGeom>
        </p:spPr>
      </p:pic>
      <p:pic>
        <p:nvPicPr>
          <p:cNvPr id="71" name="SK-22-img-70" descr="preencoded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9668173" y="6336655"/>
            <a:ext cx="280392" cy="205680"/>
          </a:xfrm>
          <a:prstGeom prst="rect">
            <a:avLst/>
          </a:prstGeom>
        </p:spPr>
      </p:pic>
      <p:pic>
        <p:nvPicPr>
          <p:cNvPr id="72" name="SK-22-img-71" descr="preencoded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4876800" y="5061198"/>
            <a:ext cx="597396" cy="575965"/>
          </a:xfrm>
          <a:prstGeom prst="rect">
            <a:avLst/>
          </a:prstGeom>
        </p:spPr>
      </p:pic>
      <p:pic>
        <p:nvPicPr>
          <p:cNvPr id="73" name="SK-22-img-72" descr="preencoded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4876800" y="1837879"/>
            <a:ext cx="292596" cy="301675"/>
          </a:xfrm>
          <a:prstGeom prst="rect">
            <a:avLst/>
          </a:prstGeom>
        </p:spPr>
      </p:pic>
      <p:pic>
        <p:nvPicPr>
          <p:cNvPr id="74" name="SK-22-img-73" descr="preencoded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451098" y="4882753"/>
            <a:ext cx="853380" cy="850255"/>
          </a:xfrm>
          <a:prstGeom prst="rect">
            <a:avLst/>
          </a:prstGeom>
        </p:spPr>
      </p:pic>
      <p:pic>
        <p:nvPicPr>
          <p:cNvPr id="75" name="SK-22-img-74" descr="preencoded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451098" y="3826669"/>
            <a:ext cx="853380" cy="850255"/>
          </a:xfrm>
          <a:prstGeom prst="rect">
            <a:avLst/>
          </a:prstGeom>
        </p:spPr>
      </p:pic>
      <p:pic>
        <p:nvPicPr>
          <p:cNvPr id="76" name="SK-22-img-75" descr="preencoded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451098" y="2756892"/>
            <a:ext cx="853380" cy="850255"/>
          </a:xfrm>
          <a:prstGeom prst="rect">
            <a:avLst/>
          </a:prstGeom>
        </p:spPr>
      </p:pic>
      <p:pic>
        <p:nvPicPr>
          <p:cNvPr id="77" name="SK-22-img-76" descr="preencoded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451098" y="1700659"/>
            <a:ext cx="853380" cy="850255"/>
          </a:xfrm>
          <a:prstGeom prst="rect">
            <a:avLst/>
          </a:prstGeom>
        </p:spPr>
      </p:pic>
      <p:pic>
        <p:nvPicPr>
          <p:cNvPr id="78" name="SK-22-img-77" descr="preencoded.png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4986486" y="0"/>
            <a:ext cx="755898" cy="397669"/>
          </a:xfrm>
          <a:prstGeom prst="rect">
            <a:avLst/>
          </a:prstGeom>
        </p:spPr>
      </p:pic>
      <p:sp>
        <p:nvSpPr>
          <p:cNvPr id="79" name="SK-22-text-78"/>
          <p:cNvSpPr/>
          <p:nvPr/>
        </p:nvSpPr>
        <p:spPr>
          <a:xfrm>
            <a:off x="4871759" y="2221855"/>
            <a:ext cx="709492" cy="348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000000"/>
                </a:solidFill>
              </a:rPr>
              <a:t>run_id</a:t>
            </a:r>
            <a:endParaRPr lang="en-US" sz="888" dirty="0"/>
          </a:p>
        </p:txBody>
      </p:sp>
      <p:sp>
        <p:nvSpPr>
          <p:cNvPr id="80" name="SK-22-text-79"/>
          <p:cNvSpPr/>
          <p:nvPr/>
        </p:nvSpPr>
        <p:spPr>
          <a:xfrm>
            <a:off x="5715817" y="2221855"/>
            <a:ext cx="1143425" cy="348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000000"/>
                </a:solidFill>
              </a:rPr>
              <a:t>algoritmo</a:t>
            </a:r>
            <a:endParaRPr lang="en-US" sz="888" dirty="0"/>
          </a:p>
        </p:txBody>
      </p:sp>
      <p:sp>
        <p:nvSpPr>
          <p:cNvPr id="81" name="SK-22-text-80"/>
          <p:cNvSpPr/>
          <p:nvPr/>
        </p:nvSpPr>
        <p:spPr>
          <a:xfrm>
            <a:off x="6867777" y="2221855"/>
            <a:ext cx="1134312" cy="348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000000"/>
                </a:solidFill>
              </a:rPr>
              <a:t>parâmetros</a:t>
            </a:r>
            <a:endParaRPr lang="en-US" sz="888" dirty="0"/>
          </a:p>
        </p:txBody>
      </p:sp>
      <p:sp>
        <p:nvSpPr>
          <p:cNvPr id="82" name="SK-22-text-81"/>
          <p:cNvSpPr/>
          <p:nvPr/>
        </p:nvSpPr>
        <p:spPr>
          <a:xfrm>
            <a:off x="7716406" y="2221855"/>
            <a:ext cx="287939" cy="348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000000"/>
                </a:solidFill>
              </a:rPr>
              <a:t>AUC</a:t>
            </a:r>
            <a:endParaRPr lang="en-US" sz="888" dirty="0"/>
          </a:p>
        </p:txBody>
      </p:sp>
      <p:sp>
        <p:nvSpPr>
          <p:cNvPr id="83" name="SK-22-text-82"/>
          <p:cNvSpPr/>
          <p:nvPr/>
        </p:nvSpPr>
        <p:spPr>
          <a:xfrm>
            <a:off x="8194844" y="2221855"/>
            <a:ext cx="741567" cy="348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000000"/>
                </a:solidFill>
              </a:rPr>
              <a:t>status</a:t>
            </a:r>
            <a:endParaRPr lang="en-US" sz="888" dirty="0"/>
          </a:p>
        </p:txBody>
      </p:sp>
      <p:sp>
        <p:nvSpPr>
          <p:cNvPr id="84" name="SK-22-text-83"/>
          <p:cNvSpPr/>
          <p:nvPr/>
        </p:nvSpPr>
        <p:spPr>
          <a:xfrm>
            <a:off x="9126912" y="2221855"/>
            <a:ext cx="1393387" cy="348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000000"/>
                </a:solidFill>
              </a:rPr>
              <a:t>data_criacao</a:t>
            </a:r>
            <a:endParaRPr lang="en-US" sz="888" dirty="0"/>
          </a:p>
        </p:txBody>
      </p:sp>
      <p:sp>
        <p:nvSpPr>
          <p:cNvPr id="85" name="SK-22-text-84"/>
          <p:cNvSpPr/>
          <p:nvPr/>
        </p:nvSpPr>
        <p:spPr>
          <a:xfrm>
            <a:off x="4871759" y="2569947"/>
            <a:ext cx="1295874" cy="348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55" dirty="0">
                <a:solidFill>
                  <a:srgbClr val="333333"/>
                </a:solidFill>
              </a:rPr>
              <a:t>run_abc123</a:t>
            </a:r>
            <a:endParaRPr lang="en-US" sz="855" dirty="0"/>
          </a:p>
        </p:txBody>
      </p:sp>
      <p:sp>
        <p:nvSpPr>
          <p:cNvPr id="86" name="SK-22-text-85"/>
          <p:cNvSpPr/>
          <p:nvPr/>
        </p:nvSpPr>
        <p:spPr>
          <a:xfrm>
            <a:off x="5715817" y="2569947"/>
            <a:ext cx="1446464" cy="348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55" dirty="0">
                <a:solidFill>
                  <a:srgbClr val="333333"/>
                </a:solidFill>
              </a:rPr>
              <a:t>RandomForest</a:t>
            </a:r>
            <a:endParaRPr lang="en-US" sz="855" dirty="0"/>
          </a:p>
        </p:txBody>
      </p:sp>
      <p:sp>
        <p:nvSpPr>
          <p:cNvPr id="87" name="SK-22-text-86"/>
          <p:cNvSpPr/>
          <p:nvPr/>
        </p:nvSpPr>
        <p:spPr>
          <a:xfrm>
            <a:off x="6867777" y="2569947"/>
            <a:ext cx="658127" cy="348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55" dirty="0">
                <a:solidFill>
                  <a:srgbClr val="333333"/>
                </a:solidFill>
              </a:rPr>
              <a:t>{...}</a:t>
            </a:r>
            <a:endParaRPr lang="en-US" sz="855" dirty="0"/>
          </a:p>
        </p:txBody>
      </p:sp>
      <p:sp>
        <p:nvSpPr>
          <p:cNvPr id="88" name="SK-22-textBg-87"/>
          <p:cNvSpPr/>
          <p:nvPr/>
        </p:nvSpPr>
        <p:spPr>
          <a:xfrm>
            <a:off x="8194844" y="2661551"/>
            <a:ext cx="698071" cy="16488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9" name="SK-22-text-88"/>
          <p:cNvSpPr/>
          <p:nvPr/>
        </p:nvSpPr>
        <p:spPr>
          <a:xfrm>
            <a:off x="8286771" y="2661551"/>
            <a:ext cx="731352" cy="1648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724" dirty="0">
                <a:solidFill>
                  <a:srgbClr val="166534"/>
                </a:solidFill>
              </a:rPr>
              <a:t>COMPLETO</a:t>
            </a:r>
            <a:endParaRPr lang="en-US" sz="724" dirty="0"/>
          </a:p>
        </p:txBody>
      </p:sp>
      <p:sp>
        <p:nvSpPr>
          <p:cNvPr id="90" name="SK-22-text-89"/>
          <p:cNvSpPr/>
          <p:nvPr/>
        </p:nvSpPr>
        <p:spPr>
          <a:xfrm>
            <a:off x="9268980" y="2569947"/>
            <a:ext cx="657272" cy="348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55" dirty="0">
                <a:solidFill>
                  <a:srgbClr val="333333"/>
                </a:solidFill>
              </a:rPr>
              <a:t> ...</a:t>
            </a:r>
            <a:endParaRPr lang="en-US" sz="855" dirty="0"/>
          </a:p>
        </p:txBody>
      </p:sp>
      <p:sp>
        <p:nvSpPr>
          <p:cNvPr id="91" name="SK-22-text-90"/>
          <p:cNvSpPr/>
          <p:nvPr/>
        </p:nvSpPr>
        <p:spPr>
          <a:xfrm>
            <a:off x="4871759" y="2918040"/>
            <a:ext cx="1295874" cy="34809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55" dirty="0">
                <a:solidFill>
                  <a:srgbClr val="333333"/>
                </a:solidFill>
              </a:rPr>
              <a:t>run_def456</a:t>
            </a:r>
            <a:endParaRPr lang="en-US" sz="855" dirty="0"/>
          </a:p>
        </p:txBody>
      </p:sp>
      <p:sp>
        <p:nvSpPr>
          <p:cNvPr id="92" name="SK-22-text-91"/>
          <p:cNvSpPr/>
          <p:nvPr/>
        </p:nvSpPr>
        <p:spPr>
          <a:xfrm>
            <a:off x="5715817" y="2918040"/>
            <a:ext cx="961461" cy="34809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55" dirty="0">
                <a:solidFill>
                  <a:srgbClr val="333333"/>
                </a:solidFill>
              </a:rPr>
              <a:t>XGBoost</a:t>
            </a:r>
            <a:endParaRPr lang="en-US" sz="855" dirty="0"/>
          </a:p>
        </p:txBody>
      </p:sp>
      <p:sp>
        <p:nvSpPr>
          <p:cNvPr id="93" name="SK-22-text-92"/>
          <p:cNvSpPr/>
          <p:nvPr/>
        </p:nvSpPr>
        <p:spPr>
          <a:xfrm>
            <a:off x="6867777" y="2918040"/>
            <a:ext cx="658127" cy="34809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55" dirty="0">
                <a:solidFill>
                  <a:srgbClr val="333333"/>
                </a:solidFill>
              </a:rPr>
              <a:t>{...}</a:t>
            </a:r>
            <a:endParaRPr lang="en-US" sz="855" dirty="0"/>
          </a:p>
        </p:txBody>
      </p:sp>
      <p:sp>
        <p:nvSpPr>
          <p:cNvPr id="94" name="SK-22-textBg-93"/>
          <p:cNvSpPr/>
          <p:nvPr/>
        </p:nvSpPr>
        <p:spPr>
          <a:xfrm>
            <a:off x="8194844" y="3009643"/>
            <a:ext cx="698071" cy="16488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5" name="SK-22-text-94"/>
          <p:cNvSpPr/>
          <p:nvPr/>
        </p:nvSpPr>
        <p:spPr>
          <a:xfrm>
            <a:off x="8286771" y="3009643"/>
            <a:ext cx="731352" cy="1648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724" dirty="0">
                <a:solidFill>
                  <a:srgbClr val="166534"/>
                </a:solidFill>
              </a:rPr>
              <a:t>COMPLETO</a:t>
            </a:r>
            <a:endParaRPr lang="en-US" sz="724" dirty="0"/>
          </a:p>
        </p:txBody>
      </p:sp>
      <p:sp>
        <p:nvSpPr>
          <p:cNvPr id="96" name="SK-22-text-95"/>
          <p:cNvSpPr/>
          <p:nvPr/>
        </p:nvSpPr>
        <p:spPr>
          <a:xfrm>
            <a:off x="9268980" y="2918040"/>
            <a:ext cx="657272" cy="34809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55" dirty="0">
                <a:solidFill>
                  <a:srgbClr val="333333"/>
                </a:solidFill>
              </a:rPr>
              <a:t> ...</a:t>
            </a:r>
            <a:endParaRPr lang="en-US" sz="855" dirty="0"/>
          </a:p>
        </p:txBody>
      </p:sp>
      <p:sp>
        <p:nvSpPr>
          <p:cNvPr id="97" name="SK-22-text-96"/>
          <p:cNvSpPr/>
          <p:nvPr/>
        </p:nvSpPr>
        <p:spPr>
          <a:xfrm>
            <a:off x="4871759" y="3266133"/>
            <a:ext cx="1295874" cy="348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55" dirty="0">
                <a:solidFill>
                  <a:srgbClr val="333333"/>
                </a:solidFill>
              </a:rPr>
              <a:t>run_ghi789</a:t>
            </a:r>
            <a:endParaRPr lang="en-US" sz="855" dirty="0"/>
          </a:p>
        </p:txBody>
      </p:sp>
      <p:sp>
        <p:nvSpPr>
          <p:cNvPr id="98" name="SK-22-text-97"/>
          <p:cNvSpPr/>
          <p:nvPr/>
        </p:nvSpPr>
        <p:spPr>
          <a:xfrm>
            <a:off x="5715817" y="3266133"/>
            <a:ext cx="2131597" cy="348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55" dirty="0">
                <a:solidFill>
                  <a:srgbClr val="333333"/>
                </a:solidFill>
              </a:rPr>
              <a:t>LogisticRegression</a:t>
            </a:r>
            <a:endParaRPr lang="en-US" sz="855" dirty="0"/>
          </a:p>
        </p:txBody>
      </p:sp>
      <p:sp>
        <p:nvSpPr>
          <p:cNvPr id="99" name="SK-22-text-98"/>
          <p:cNvSpPr/>
          <p:nvPr/>
        </p:nvSpPr>
        <p:spPr>
          <a:xfrm>
            <a:off x="6867777" y="3266133"/>
            <a:ext cx="658127" cy="348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55" dirty="0">
                <a:solidFill>
                  <a:srgbClr val="333333"/>
                </a:solidFill>
              </a:rPr>
              <a:t>{...}</a:t>
            </a:r>
            <a:endParaRPr lang="en-US" sz="855" dirty="0"/>
          </a:p>
        </p:txBody>
      </p:sp>
      <p:sp>
        <p:nvSpPr>
          <p:cNvPr id="100" name="SK-22-textBg-99"/>
          <p:cNvSpPr/>
          <p:nvPr/>
        </p:nvSpPr>
        <p:spPr>
          <a:xfrm>
            <a:off x="8194844" y="3357736"/>
            <a:ext cx="698071" cy="16488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1" name="SK-22-text-100"/>
          <p:cNvSpPr/>
          <p:nvPr/>
        </p:nvSpPr>
        <p:spPr>
          <a:xfrm>
            <a:off x="8286771" y="3357736"/>
            <a:ext cx="731352" cy="1648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724" dirty="0">
                <a:solidFill>
                  <a:srgbClr val="166534"/>
                </a:solidFill>
              </a:rPr>
              <a:t>COMPLETO</a:t>
            </a:r>
            <a:endParaRPr lang="en-US" sz="724" dirty="0"/>
          </a:p>
        </p:txBody>
      </p:sp>
      <p:sp>
        <p:nvSpPr>
          <p:cNvPr id="102" name="SK-22-text-101"/>
          <p:cNvSpPr/>
          <p:nvPr/>
        </p:nvSpPr>
        <p:spPr>
          <a:xfrm>
            <a:off x="9268980" y="3266133"/>
            <a:ext cx="657272" cy="348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55" dirty="0">
                <a:solidFill>
                  <a:srgbClr val="333333"/>
                </a:solidFill>
              </a:rPr>
              <a:t> ...</a:t>
            </a:r>
            <a:endParaRPr lang="en-US" sz="855" dirty="0"/>
          </a:p>
        </p:txBody>
      </p:sp>
      <p:sp>
        <p:nvSpPr>
          <p:cNvPr id="103" name="SK-22-text-102"/>
          <p:cNvSpPr/>
          <p:nvPr/>
        </p:nvSpPr>
        <p:spPr>
          <a:xfrm>
            <a:off x="4871759" y="3614225"/>
            <a:ext cx="1295874" cy="348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55" dirty="0">
                <a:solidFill>
                  <a:srgbClr val="333333"/>
                </a:solidFill>
              </a:rPr>
              <a:t>run_jkl012</a:t>
            </a:r>
            <a:endParaRPr lang="en-US" sz="855" dirty="0"/>
          </a:p>
        </p:txBody>
      </p:sp>
      <p:sp>
        <p:nvSpPr>
          <p:cNvPr id="104" name="SK-22-text-103"/>
          <p:cNvSpPr/>
          <p:nvPr/>
        </p:nvSpPr>
        <p:spPr>
          <a:xfrm>
            <a:off x="5715817" y="3614225"/>
            <a:ext cx="989710" cy="348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55" dirty="0">
                <a:solidFill>
                  <a:srgbClr val="333333"/>
                </a:solidFill>
              </a:rPr>
              <a:t>LightGBM</a:t>
            </a:r>
            <a:endParaRPr lang="en-US" sz="855" dirty="0"/>
          </a:p>
        </p:txBody>
      </p:sp>
      <p:sp>
        <p:nvSpPr>
          <p:cNvPr id="105" name="SK-22-text-104"/>
          <p:cNvSpPr/>
          <p:nvPr/>
        </p:nvSpPr>
        <p:spPr>
          <a:xfrm>
            <a:off x="6867777" y="3614225"/>
            <a:ext cx="658127" cy="348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55" dirty="0">
                <a:solidFill>
                  <a:srgbClr val="333333"/>
                </a:solidFill>
              </a:rPr>
              <a:t>{...}</a:t>
            </a:r>
            <a:endParaRPr lang="en-US" sz="855" dirty="0"/>
          </a:p>
        </p:txBody>
      </p:sp>
      <p:sp>
        <p:nvSpPr>
          <p:cNvPr id="106" name="SK-22-textBg-105"/>
          <p:cNvSpPr/>
          <p:nvPr/>
        </p:nvSpPr>
        <p:spPr>
          <a:xfrm>
            <a:off x="8194844" y="3705828"/>
            <a:ext cx="698071" cy="16488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7" name="SK-22-text-106"/>
          <p:cNvSpPr/>
          <p:nvPr/>
        </p:nvSpPr>
        <p:spPr>
          <a:xfrm>
            <a:off x="8286771" y="3705828"/>
            <a:ext cx="731352" cy="1648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724" dirty="0">
                <a:solidFill>
                  <a:srgbClr val="166534"/>
                </a:solidFill>
              </a:rPr>
              <a:t>COMPLETO</a:t>
            </a:r>
            <a:endParaRPr lang="en-US" sz="724" dirty="0"/>
          </a:p>
        </p:txBody>
      </p:sp>
      <p:sp>
        <p:nvSpPr>
          <p:cNvPr id="108" name="SK-22-text-107"/>
          <p:cNvSpPr/>
          <p:nvPr/>
        </p:nvSpPr>
        <p:spPr>
          <a:xfrm>
            <a:off x="9268980" y="3614225"/>
            <a:ext cx="657272" cy="348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55" dirty="0">
                <a:solidFill>
                  <a:srgbClr val="333333"/>
                </a:solidFill>
              </a:rPr>
              <a:t> ...</a:t>
            </a:r>
            <a:endParaRPr lang="en-US" sz="855" dirty="0"/>
          </a:p>
        </p:txBody>
      </p:sp>
      <p:sp>
        <p:nvSpPr>
          <p:cNvPr id="109" name="SK-22-text-108"/>
          <p:cNvSpPr/>
          <p:nvPr/>
        </p:nvSpPr>
        <p:spPr>
          <a:xfrm>
            <a:off x="4871759" y="3962317"/>
            <a:ext cx="1295874" cy="34809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55" dirty="0">
                <a:solidFill>
                  <a:srgbClr val="333333"/>
                </a:solidFill>
              </a:rPr>
              <a:t>run_mno345</a:t>
            </a:r>
            <a:endParaRPr lang="en-US" sz="855" dirty="0"/>
          </a:p>
        </p:txBody>
      </p:sp>
      <p:sp>
        <p:nvSpPr>
          <p:cNvPr id="110" name="SK-22-text-109"/>
          <p:cNvSpPr/>
          <p:nvPr/>
        </p:nvSpPr>
        <p:spPr>
          <a:xfrm>
            <a:off x="5715817" y="3962317"/>
            <a:ext cx="961461" cy="34809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55" dirty="0">
                <a:solidFill>
                  <a:srgbClr val="333333"/>
                </a:solidFill>
              </a:rPr>
              <a:t>SVM</a:t>
            </a:r>
            <a:endParaRPr lang="en-US" sz="855" dirty="0"/>
          </a:p>
        </p:txBody>
      </p:sp>
      <p:sp>
        <p:nvSpPr>
          <p:cNvPr id="111" name="SK-22-text-110"/>
          <p:cNvSpPr/>
          <p:nvPr/>
        </p:nvSpPr>
        <p:spPr>
          <a:xfrm>
            <a:off x="6867777" y="3962317"/>
            <a:ext cx="658127" cy="34809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55" dirty="0">
                <a:solidFill>
                  <a:srgbClr val="333333"/>
                </a:solidFill>
              </a:rPr>
              <a:t>{...}</a:t>
            </a:r>
            <a:endParaRPr lang="en-US" sz="855" dirty="0"/>
          </a:p>
        </p:txBody>
      </p:sp>
      <p:sp>
        <p:nvSpPr>
          <p:cNvPr id="112" name="SK-22-textBg-111"/>
          <p:cNvSpPr/>
          <p:nvPr/>
        </p:nvSpPr>
        <p:spPr>
          <a:xfrm>
            <a:off x="8194844" y="4053921"/>
            <a:ext cx="551693" cy="164886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3" name="SK-22-text-112"/>
          <p:cNvSpPr/>
          <p:nvPr/>
        </p:nvSpPr>
        <p:spPr>
          <a:xfrm>
            <a:off x="8286771" y="4053921"/>
            <a:ext cx="493892" cy="1648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724" dirty="0">
                <a:solidFill>
                  <a:srgbClr val="991B1B"/>
                </a:solidFill>
              </a:rPr>
              <a:t>FALHOU</a:t>
            </a:r>
            <a:endParaRPr lang="en-US" sz="724" dirty="0"/>
          </a:p>
        </p:txBody>
      </p:sp>
      <p:sp>
        <p:nvSpPr>
          <p:cNvPr id="114" name="SK-22-text-113"/>
          <p:cNvSpPr/>
          <p:nvPr/>
        </p:nvSpPr>
        <p:spPr>
          <a:xfrm>
            <a:off x="9268980" y="3962317"/>
            <a:ext cx="657272" cy="34809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55" dirty="0">
                <a:solidFill>
                  <a:srgbClr val="333333"/>
                </a:solidFill>
              </a:rPr>
              <a:t> ...</a:t>
            </a:r>
            <a:endParaRPr lang="en-US" sz="855" dirty="0"/>
          </a:p>
        </p:txBody>
      </p:sp>
      <p:sp>
        <p:nvSpPr>
          <p:cNvPr id="115" name="SK-22-text-114"/>
          <p:cNvSpPr/>
          <p:nvPr/>
        </p:nvSpPr>
        <p:spPr>
          <a:xfrm>
            <a:off x="4871759" y="4310410"/>
            <a:ext cx="653558" cy="4030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55" dirty="0">
                <a:solidFill>
                  <a:srgbClr val="999999"/>
                </a:solidFill>
              </a:rPr>
              <a:t>...</a:t>
            </a:r>
            <a:endParaRPr lang="en-US" sz="855" dirty="0"/>
          </a:p>
        </p:txBody>
      </p:sp>
      <p:sp>
        <p:nvSpPr>
          <p:cNvPr id="116" name="SK-22-text-115"/>
          <p:cNvSpPr/>
          <p:nvPr/>
        </p:nvSpPr>
        <p:spPr>
          <a:xfrm>
            <a:off x="5715817" y="4310410"/>
            <a:ext cx="961461" cy="4030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55" dirty="0">
                <a:solidFill>
                  <a:srgbClr val="999999"/>
                </a:solidFill>
              </a:rPr>
              <a:t>...</a:t>
            </a:r>
            <a:endParaRPr lang="en-US" sz="855" dirty="0"/>
          </a:p>
        </p:txBody>
      </p:sp>
      <p:sp>
        <p:nvSpPr>
          <p:cNvPr id="117" name="SK-22-text-116"/>
          <p:cNvSpPr/>
          <p:nvPr/>
        </p:nvSpPr>
        <p:spPr>
          <a:xfrm>
            <a:off x="6867777" y="4310410"/>
            <a:ext cx="658127" cy="4030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55" dirty="0">
                <a:solidFill>
                  <a:srgbClr val="999999"/>
                </a:solidFill>
              </a:rPr>
              <a:t>...</a:t>
            </a:r>
            <a:endParaRPr lang="en-US" sz="855" dirty="0"/>
          </a:p>
        </p:txBody>
      </p:sp>
      <p:sp>
        <p:nvSpPr>
          <p:cNvPr id="118" name="SK-22-text-117"/>
          <p:cNvSpPr/>
          <p:nvPr/>
        </p:nvSpPr>
        <p:spPr>
          <a:xfrm>
            <a:off x="7716406" y="4310410"/>
            <a:ext cx="287939" cy="4030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55" dirty="0">
                <a:solidFill>
                  <a:srgbClr val="999999"/>
                </a:solidFill>
              </a:rPr>
              <a:t>...</a:t>
            </a:r>
            <a:endParaRPr lang="en-US" sz="855" dirty="0"/>
          </a:p>
        </p:txBody>
      </p:sp>
      <p:sp>
        <p:nvSpPr>
          <p:cNvPr id="119" name="SK-22-text-118"/>
          <p:cNvSpPr/>
          <p:nvPr/>
        </p:nvSpPr>
        <p:spPr>
          <a:xfrm>
            <a:off x="8194844" y="4310410"/>
            <a:ext cx="741567" cy="4030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55" dirty="0">
                <a:solidFill>
                  <a:srgbClr val="999999"/>
                </a:solidFill>
              </a:rPr>
              <a:t>...</a:t>
            </a:r>
            <a:endParaRPr lang="en-US" sz="855" dirty="0"/>
          </a:p>
        </p:txBody>
      </p:sp>
      <p:sp>
        <p:nvSpPr>
          <p:cNvPr id="120" name="SK-22-text-119"/>
          <p:cNvSpPr/>
          <p:nvPr/>
        </p:nvSpPr>
        <p:spPr>
          <a:xfrm>
            <a:off x="9126912" y="4310410"/>
            <a:ext cx="733472" cy="4030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855" dirty="0">
                <a:solidFill>
                  <a:srgbClr val="999999"/>
                </a:solidFill>
              </a:rPr>
              <a:t>...</a:t>
            </a:r>
            <a:endParaRPr lang="en-US" sz="855" dirty="0"/>
          </a:p>
        </p:txBody>
      </p:sp>
      <p:sp>
        <p:nvSpPr>
          <p:cNvPr id="121" name="SK-22-text-120"/>
          <p:cNvSpPr/>
          <p:nvPr/>
        </p:nvSpPr>
        <p:spPr>
          <a:xfrm>
            <a:off x="5778996" y="130225"/>
            <a:ext cx="1962150" cy="1576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SQLSATURDAY</a:t>
            </a:r>
            <a:endParaRPr lang="en-US" sz="1125" dirty="0"/>
          </a:p>
        </p:txBody>
      </p:sp>
      <p:sp>
        <p:nvSpPr>
          <p:cNvPr id="122" name="SK-22-text-121"/>
          <p:cNvSpPr/>
          <p:nvPr/>
        </p:nvSpPr>
        <p:spPr>
          <a:xfrm>
            <a:off x="9936361" y="61615"/>
            <a:ext cx="2255639" cy="6240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4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DATABH</a:t>
            </a:r>
            <a:endParaRPr lang="en-US" sz="4050" dirty="0"/>
          </a:p>
        </p:txBody>
      </p:sp>
      <p:sp>
        <p:nvSpPr>
          <p:cNvPr id="123" name="SK-22-text-122"/>
          <p:cNvSpPr/>
          <p:nvPr/>
        </p:nvSpPr>
        <p:spPr>
          <a:xfrm>
            <a:off x="9948565" y="685800"/>
            <a:ext cx="2243435" cy="3429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4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SATURDAY</a:t>
            </a:r>
            <a:endParaRPr lang="en-US" sz="2475" dirty="0"/>
          </a:p>
        </p:txBody>
      </p:sp>
      <p:sp>
        <p:nvSpPr>
          <p:cNvPr id="124" name="SK-22-text-123"/>
          <p:cNvSpPr/>
          <p:nvPr/>
        </p:nvSpPr>
        <p:spPr>
          <a:xfrm>
            <a:off x="365671" y="980629"/>
            <a:ext cx="11826329" cy="48681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0B1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ATO 4: Disputa de Modelos no MLflow</a:t>
            </a:r>
            <a:endParaRPr lang="en-US" sz="3150" dirty="0"/>
          </a:p>
        </p:txBody>
      </p:sp>
      <p:sp>
        <p:nvSpPr>
          <p:cNvPr id="125" name="SK-22-text-124"/>
          <p:cNvSpPr/>
          <p:nvPr/>
        </p:nvSpPr>
        <p:spPr>
          <a:xfrm>
            <a:off x="1499592" y="1796653"/>
            <a:ext cx="5023485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47A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Tabela de runs no MLflow</a:t>
            </a:r>
            <a:endParaRPr lang="en-US" sz="1350" dirty="0"/>
          </a:p>
        </p:txBody>
      </p:sp>
      <p:sp>
        <p:nvSpPr>
          <p:cNvPr id="126" name="SK-22-text-125"/>
          <p:cNvSpPr/>
          <p:nvPr/>
        </p:nvSpPr>
        <p:spPr>
          <a:xfrm>
            <a:off x="1499592" y="2112169"/>
            <a:ext cx="2511475" cy="39766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visual com run_id, algoritmo,</a:t>
            </a:r>
            <a:endParaRPr lang="en-US" sz="1050" dirty="0"/>
          </a:p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parâmetro, AUC e status.</a:t>
            </a:r>
            <a:endParaRPr lang="en-US" sz="1050" dirty="0"/>
          </a:p>
        </p:txBody>
      </p:sp>
      <p:sp>
        <p:nvSpPr>
          <p:cNvPr id="127" name="SK-22-text-126"/>
          <p:cNvSpPr/>
          <p:nvPr/>
        </p:nvSpPr>
        <p:spPr>
          <a:xfrm>
            <a:off x="1499592" y="2887117"/>
            <a:ext cx="6257925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47A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Comparar parâmetros e métricas</a:t>
            </a:r>
            <a:endParaRPr lang="en-US" sz="1350" dirty="0"/>
          </a:p>
        </p:txBody>
      </p:sp>
      <p:sp>
        <p:nvSpPr>
          <p:cNvPr id="128" name="SK-22-text-127"/>
          <p:cNvSpPr/>
          <p:nvPr/>
        </p:nvSpPr>
        <p:spPr>
          <a:xfrm>
            <a:off x="1499592" y="3188940"/>
            <a:ext cx="2779663" cy="39766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execução revela escolhas, resultados</a:t>
            </a:r>
            <a:endParaRPr lang="en-US" sz="1050" dirty="0"/>
          </a:p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 condições do experimento.</a:t>
            </a:r>
            <a:endParaRPr lang="en-US" sz="1050" dirty="0"/>
          </a:p>
        </p:txBody>
      </p:sp>
      <p:sp>
        <p:nvSpPr>
          <p:cNvPr id="129" name="SK-22-text-128"/>
          <p:cNvSpPr/>
          <p:nvPr/>
        </p:nvSpPr>
        <p:spPr>
          <a:xfrm>
            <a:off x="1499592" y="3957042"/>
            <a:ext cx="5640705" cy="2262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47A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Selecionar o modelo campeão</a:t>
            </a:r>
            <a:endParaRPr lang="en-US" sz="1350" dirty="0"/>
          </a:p>
        </p:txBody>
      </p:sp>
      <p:sp>
        <p:nvSpPr>
          <p:cNvPr id="130" name="SK-22-text-129"/>
          <p:cNvSpPr/>
          <p:nvPr/>
        </p:nvSpPr>
        <p:spPr>
          <a:xfrm>
            <a:off x="1499592" y="4251871"/>
            <a:ext cx="2840682" cy="38397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ranking orienta a escolha sem inventar</a:t>
            </a:r>
            <a:endParaRPr lang="en-US" sz="1050" dirty="0"/>
          </a:p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valores de AUC.</a:t>
            </a:r>
            <a:endParaRPr lang="en-US" sz="1050" dirty="0"/>
          </a:p>
        </p:txBody>
      </p:sp>
      <p:sp>
        <p:nvSpPr>
          <p:cNvPr id="131" name="SK-22-text-130"/>
          <p:cNvSpPr/>
          <p:nvPr/>
        </p:nvSpPr>
        <p:spPr>
          <a:xfrm>
            <a:off x="1499592" y="4999434"/>
            <a:ext cx="2462659" cy="42505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350" b="1" dirty="0">
                <a:solidFill>
                  <a:srgbClr val="0047A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MLflow é a tabela auditável</a:t>
            </a:r>
            <a:endParaRPr lang="en-US" sz="1350" dirty="0"/>
          </a:p>
          <a:p>
            <a:pPr marL="0" indent="0" algn="l">
              <a:lnSpc>
                <a:spcPts val="1485"/>
              </a:lnSpc>
              <a:buNone/>
            </a:pPr>
            <a:r>
              <a:rPr lang="en-US" sz="1350" b="1" dirty="0">
                <a:solidFill>
                  <a:srgbClr val="0047A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dos seus experimentos</a:t>
            </a:r>
            <a:endParaRPr lang="en-US" sz="1350" dirty="0"/>
          </a:p>
        </p:txBody>
      </p:sp>
      <p:sp>
        <p:nvSpPr>
          <p:cNvPr id="132" name="SK-22-text-131"/>
          <p:cNvSpPr/>
          <p:nvPr/>
        </p:nvSpPr>
        <p:spPr>
          <a:xfrm>
            <a:off x="1499592" y="5486400"/>
            <a:ext cx="2535882" cy="38397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Ninguém é demitido: o modelo ruim</a:t>
            </a:r>
            <a:endParaRPr lang="en-US" sz="1050" dirty="0"/>
          </a:p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virou evidência.</a:t>
            </a:r>
            <a:endParaRPr lang="en-US" sz="1050" dirty="0"/>
          </a:p>
        </p:txBody>
      </p:sp>
      <p:sp>
        <p:nvSpPr>
          <p:cNvPr id="133" name="SK-22-text-132"/>
          <p:cNvSpPr/>
          <p:nvPr/>
        </p:nvSpPr>
        <p:spPr>
          <a:xfrm>
            <a:off x="5254675" y="1892796"/>
            <a:ext cx="3994785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1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Runs do Experimento</a:t>
            </a:r>
            <a:endParaRPr lang="en-US" sz="1350" dirty="0"/>
          </a:p>
        </p:txBody>
      </p:sp>
      <p:sp>
        <p:nvSpPr>
          <p:cNvPr id="134" name="SK-22-text-133"/>
          <p:cNvSpPr/>
          <p:nvPr/>
        </p:nvSpPr>
        <p:spPr>
          <a:xfrm>
            <a:off x="5608290" y="5143500"/>
            <a:ext cx="3950196" cy="40451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0B1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Resultado: o run com melhor desempenho (AUC) é promovido</a:t>
            </a:r>
            <a:endParaRPr lang="en-US" sz="900" dirty="0"/>
          </a:p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0B1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modelo campeão e registrado no MLflow.</a:t>
            </a:r>
            <a:endParaRPr lang="en-US" sz="900" dirty="0"/>
          </a:p>
        </p:txBody>
      </p:sp>
      <p:sp>
        <p:nvSpPr>
          <p:cNvPr id="135" name="SK-22-text-134"/>
          <p:cNvSpPr/>
          <p:nvPr/>
        </p:nvSpPr>
        <p:spPr>
          <a:xfrm>
            <a:off x="60871" y="6467029"/>
            <a:ext cx="2712720" cy="32905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BH</a:t>
            </a:r>
            <a:endParaRPr lang="en-US" sz="2400" dirty="0"/>
          </a:p>
        </p:txBody>
      </p:sp>
      <p:sp>
        <p:nvSpPr>
          <p:cNvPr id="136" name="SK-22-text-135"/>
          <p:cNvSpPr/>
          <p:nvPr/>
        </p:nvSpPr>
        <p:spPr>
          <a:xfrm>
            <a:off x="9972973" y="6384727"/>
            <a:ext cx="590550" cy="13707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B1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DGA</a:t>
            </a:r>
            <a:endParaRPr lang="en-US" sz="1125" dirty="0"/>
          </a:p>
        </p:txBody>
      </p:sp>
      <p:sp>
        <p:nvSpPr>
          <p:cNvPr id="137" name="SK-22-text-136"/>
          <p:cNvSpPr/>
          <p:nvPr/>
        </p:nvSpPr>
        <p:spPr>
          <a:xfrm>
            <a:off x="10387459" y="6357342"/>
            <a:ext cx="685800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B1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PRS</a:t>
            </a:r>
            <a:endParaRPr lang="en-US" sz="1125" dirty="0"/>
          </a:p>
        </p:txBody>
      </p:sp>
      <p:sp>
        <p:nvSpPr>
          <p:cNvPr id="138" name="SK-22-text-137"/>
          <p:cNvSpPr/>
          <p:nvPr/>
        </p:nvSpPr>
        <p:spPr>
          <a:xfrm>
            <a:off x="11155561" y="5376565"/>
            <a:ext cx="1036439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B1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Pythian</a:t>
            </a:r>
            <a:endParaRPr lang="en-US" sz="1050" dirty="0"/>
          </a:p>
        </p:txBody>
      </p:sp>
      <p:sp>
        <p:nvSpPr>
          <p:cNvPr id="139" name="SK-22-text-138"/>
          <p:cNvSpPr/>
          <p:nvPr/>
        </p:nvSpPr>
        <p:spPr>
          <a:xfrm>
            <a:off x="11484769" y="6021288"/>
            <a:ext cx="707231" cy="1028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B1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PUC Minas</a:t>
            </a:r>
            <a:endParaRPr lang="en-US" sz="750" dirty="0"/>
          </a:p>
        </p:txBody>
      </p:sp>
      <p:sp>
        <p:nvSpPr>
          <p:cNvPr id="140" name="SK-22-text-139"/>
          <p:cNvSpPr/>
          <p:nvPr/>
        </p:nvSpPr>
        <p:spPr>
          <a:xfrm>
            <a:off x="11192173" y="6494413"/>
            <a:ext cx="807720" cy="891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B1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SISTEMAS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3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3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5859" y="1755577"/>
            <a:ext cx="5144988" cy="3511153"/>
          </a:xfrm>
          <a:prstGeom prst="rect">
            <a:avLst/>
          </a:prstGeom>
        </p:spPr>
      </p:pic>
      <p:pic>
        <p:nvPicPr>
          <p:cNvPr id="4" name="SK-23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5859" y="1755577"/>
            <a:ext cx="5144988" cy="381000"/>
          </a:xfrm>
          <a:prstGeom prst="rect">
            <a:avLst/>
          </a:prstGeom>
        </p:spPr>
      </p:pic>
      <p:pic>
        <p:nvPicPr>
          <p:cNvPr id="5" name="SK-23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5859" y="1755577"/>
            <a:ext cx="1286173" cy="381000"/>
          </a:xfrm>
          <a:prstGeom prst="rect">
            <a:avLst/>
          </a:prstGeom>
        </p:spPr>
      </p:pic>
      <p:pic>
        <p:nvPicPr>
          <p:cNvPr id="6" name="SK-23-img-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032" y="1755577"/>
            <a:ext cx="1286173" cy="381000"/>
          </a:xfrm>
          <a:prstGeom prst="rect">
            <a:avLst/>
          </a:prstGeom>
        </p:spPr>
      </p:pic>
      <p:pic>
        <p:nvPicPr>
          <p:cNvPr id="7" name="SK-23-img-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8204" y="1755577"/>
            <a:ext cx="1286173" cy="381000"/>
          </a:xfrm>
          <a:prstGeom prst="rect">
            <a:avLst/>
          </a:prstGeom>
        </p:spPr>
      </p:pic>
      <p:pic>
        <p:nvPicPr>
          <p:cNvPr id="8" name="SK-23-img-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5859" y="2136577"/>
            <a:ext cx="1286173" cy="625971"/>
          </a:xfrm>
          <a:prstGeom prst="rect">
            <a:avLst/>
          </a:prstGeom>
        </p:spPr>
      </p:pic>
      <p:pic>
        <p:nvPicPr>
          <p:cNvPr id="9" name="SK-23-img-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0159" y="2278112"/>
            <a:ext cx="276523" cy="342900"/>
          </a:xfrm>
          <a:prstGeom prst="rect">
            <a:avLst/>
          </a:prstGeom>
        </p:spPr>
      </p:pic>
      <p:pic>
        <p:nvPicPr>
          <p:cNvPr id="10" name="SK-23-img-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4120" y="2335262"/>
            <a:ext cx="228600" cy="228600"/>
          </a:xfrm>
          <a:prstGeom prst="rect">
            <a:avLst/>
          </a:prstGeom>
        </p:spPr>
      </p:pic>
      <p:pic>
        <p:nvPicPr>
          <p:cNvPr id="11" name="SK-23-img-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0982" y="2382887"/>
            <a:ext cx="666750" cy="38100"/>
          </a:xfrm>
          <a:prstGeom prst="rect">
            <a:avLst/>
          </a:prstGeom>
        </p:spPr>
      </p:pic>
      <p:pic>
        <p:nvPicPr>
          <p:cNvPr id="12" name="SK-23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0982" y="2478137"/>
            <a:ext cx="476250" cy="38100"/>
          </a:xfrm>
          <a:prstGeom prst="rect">
            <a:avLst/>
          </a:prstGeom>
        </p:spPr>
      </p:pic>
      <p:pic>
        <p:nvPicPr>
          <p:cNvPr id="13" name="SK-23-img-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2032" y="2136577"/>
            <a:ext cx="1286173" cy="625971"/>
          </a:xfrm>
          <a:prstGeom prst="rect">
            <a:avLst/>
          </a:prstGeom>
        </p:spPr>
      </p:pic>
      <p:pic>
        <p:nvPicPr>
          <p:cNvPr id="14" name="SK-23-img-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49343" y="2392412"/>
            <a:ext cx="171450" cy="114300"/>
          </a:xfrm>
          <a:prstGeom prst="rect">
            <a:avLst/>
          </a:prstGeom>
        </p:spPr>
      </p:pic>
      <p:pic>
        <p:nvPicPr>
          <p:cNvPr id="15" name="SK-23-img-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49368" y="2392412"/>
            <a:ext cx="171450" cy="114300"/>
          </a:xfrm>
          <a:prstGeom prst="rect">
            <a:avLst/>
          </a:prstGeom>
        </p:spPr>
      </p:pic>
      <p:pic>
        <p:nvPicPr>
          <p:cNvPr id="16" name="SK-23-img-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9393" y="2392412"/>
            <a:ext cx="171450" cy="114300"/>
          </a:xfrm>
          <a:prstGeom prst="rect">
            <a:avLst/>
          </a:prstGeom>
        </p:spPr>
      </p:pic>
      <p:pic>
        <p:nvPicPr>
          <p:cNvPr id="17" name="SK-23-img-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49418" y="2392412"/>
            <a:ext cx="171450" cy="114300"/>
          </a:xfrm>
          <a:prstGeom prst="rect">
            <a:avLst/>
          </a:prstGeom>
        </p:spPr>
      </p:pic>
      <p:pic>
        <p:nvPicPr>
          <p:cNvPr id="18" name="SK-23-img-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49443" y="2392412"/>
            <a:ext cx="171450" cy="114300"/>
          </a:xfrm>
          <a:prstGeom prst="rect">
            <a:avLst/>
          </a:prstGeom>
        </p:spPr>
      </p:pic>
      <p:pic>
        <p:nvPicPr>
          <p:cNvPr id="19" name="SK-23-img-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78204" y="2136577"/>
            <a:ext cx="1286173" cy="625971"/>
          </a:xfrm>
          <a:prstGeom prst="rect">
            <a:avLst/>
          </a:prstGeom>
        </p:spPr>
      </p:pic>
      <p:pic>
        <p:nvPicPr>
          <p:cNvPr id="20" name="SK-23-img-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51899" y="2316212"/>
            <a:ext cx="738783" cy="266700"/>
          </a:xfrm>
          <a:prstGeom prst="rect">
            <a:avLst/>
          </a:prstGeom>
        </p:spPr>
      </p:pic>
      <p:pic>
        <p:nvPicPr>
          <p:cNvPr id="21" name="SK-23-img-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64377" y="2136577"/>
            <a:ext cx="1286470" cy="625971"/>
          </a:xfrm>
          <a:prstGeom prst="rect">
            <a:avLst/>
          </a:prstGeom>
        </p:spPr>
      </p:pic>
      <p:pic>
        <p:nvPicPr>
          <p:cNvPr id="22" name="SK-23-img-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78677" y="2354312"/>
            <a:ext cx="162818" cy="190500"/>
          </a:xfrm>
          <a:prstGeom prst="rect">
            <a:avLst/>
          </a:prstGeom>
        </p:spPr>
      </p:pic>
      <p:pic>
        <p:nvPicPr>
          <p:cNvPr id="23" name="SK-23-img-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05859" y="2762548"/>
            <a:ext cx="1286173" cy="625971"/>
          </a:xfrm>
          <a:prstGeom prst="rect">
            <a:avLst/>
          </a:prstGeom>
        </p:spPr>
      </p:pic>
      <p:pic>
        <p:nvPicPr>
          <p:cNvPr id="24" name="SK-23-img-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20159" y="2904083"/>
            <a:ext cx="276523" cy="342900"/>
          </a:xfrm>
          <a:prstGeom prst="rect">
            <a:avLst/>
          </a:prstGeom>
        </p:spPr>
      </p:pic>
      <p:pic>
        <p:nvPicPr>
          <p:cNvPr id="25" name="SK-23-img-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44120" y="2961233"/>
            <a:ext cx="228600" cy="228600"/>
          </a:xfrm>
          <a:prstGeom prst="rect">
            <a:avLst/>
          </a:prstGeom>
        </p:spPr>
      </p:pic>
      <p:pic>
        <p:nvPicPr>
          <p:cNvPr id="26" name="SK-23-img-2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0982" y="3008858"/>
            <a:ext cx="666750" cy="38100"/>
          </a:xfrm>
          <a:prstGeom prst="rect">
            <a:avLst/>
          </a:prstGeom>
        </p:spPr>
      </p:pic>
      <p:pic>
        <p:nvPicPr>
          <p:cNvPr id="27" name="SK-23-img-2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0982" y="3104108"/>
            <a:ext cx="476250" cy="38100"/>
          </a:xfrm>
          <a:prstGeom prst="rect">
            <a:avLst/>
          </a:prstGeom>
        </p:spPr>
      </p:pic>
      <p:pic>
        <p:nvPicPr>
          <p:cNvPr id="28" name="SK-23-img-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92032" y="2762548"/>
            <a:ext cx="1286173" cy="625971"/>
          </a:xfrm>
          <a:prstGeom prst="rect">
            <a:avLst/>
          </a:prstGeom>
        </p:spPr>
      </p:pic>
      <p:pic>
        <p:nvPicPr>
          <p:cNvPr id="29" name="SK-23-img-2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49343" y="3018383"/>
            <a:ext cx="171450" cy="114300"/>
          </a:xfrm>
          <a:prstGeom prst="rect">
            <a:avLst/>
          </a:prstGeom>
        </p:spPr>
      </p:pic>
      <p:pic>
        <p:nvPicPr>
          <p:cNvPr id="30" name="SK-23-img-2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49368" y="3018383"/>
            <a:ext cx="171450" cy="114300"/>
          </a:xfrm>
          <a:prstGeom prst="rect">
            <a:avLst/>
          </a:prstGeom>
        </p:spPr>
      </p:pic>
      <p:pic>
        <p:nvPicPr>
          <p:cNvPr id="31" name="SK-23-img-30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49393" y="3018383"/>
            <a:ext cx="171450" cy="114300"/>
          </a:xfrm>
          <a:prstGeom prst="rect">
            <a:avLst/>
          </a:prstGeom>
        </p:spPr>
      </p:pic>
      <p:pic>
        <p:nvPicPr>
          <p:cNvPr id="32" name="SK-23-img-31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249418" y="3018383"/>
            <a:ext cx="171450" cy="114300"/>
          </a:xfrm>
          <a:prstGeom prst="rect">
            <a:avLst/>
          </a:prstGeom>
        </p:spPr>
      </p:pic>
      <p:pic>
        <p:nvPicPr>
          <p:cNvPr id="33" name="SK-23-img-3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49443" y="3018383"/>
            <a:ext cx="171450" cy="114300"/>
          </a:xfrm>
          <a:prstGeom prst="rect">
            <a:avLst/>
          </a:prstGeom>
        </p:spPr>
      </p:pic>
      <p:pic>
        <p:nvPicPr>
          <p:cNvPr id="34" name="SK-23-img-3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778204" y="2762548"/>
            <a:ext cx="1286173" cy="625971"/>
          </a:xfrm>
          <a:prstGeom prst="rect">
            <a:avLst/>
          </a:prstGeom>
        </p:spPr>
      </p:pic>
      <p:pic>
        <p:nvPicPr>
          <p:cNvPr id="35" name="SK-23-img-3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14841" y="2942183"/>
            <a:ext cx="812899" cy="266700"/>
          </a:xfrm>
          <a:prstGeom prst="rect">
            <a:avLst/>
          </a:prstGeom>
        </p:spPr>
      </p:pic>
      <p:pic>
        <p:nvPicPr>
          <p:cNvPr id="36" name="SK-23-img-3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064377" y="2762548"/>
            <a:ext cx="1286470" cy="625971"/>
          </a:xfrm>
          <a:prstGeom prst="rect">
            <a:avLst/>
          </a:prstGeom>
        </p:spPr>
      </p:pic>
      <p:pic>
        <p:nvPicPr>
          <p:cNvPr id="37" name="SK-23-img-36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78677" y="2980283"/>
            <a:ext cx="170111" cy="190500"/>
          </a:xfrm>
          <a:prstGeom prst="rect">
            <a:avLst/>
          </a:prstGeom>
        </p:spPr>
      </p:pic>
      <p:pic>
        <p:nvPicPr>
          <p:cNvPr id="38" name="SK-23-img-37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205859" y="3388519"/>
            <a:ext cx="1286173" cy="625971"/>
          </a:xfrm>
          <a:prstGeom prst="rect">
            <a:avLst/>
          </a:prstGeom>
        </p:spPr>
      </p:pic>
      <p:pic>
        <p:nvPicPr>
          <p:cNvPr id="39" name="SK-23-img-38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320159" y="3530054"/>
            <a:ext cx="276523" cy="342900"/>
          </a:xfrm>
          <a:prstGeom prst="rect">
            <a:avLst/>
          </a:prstGeom>
        </p:spPr>
      </p:pic>
      <p:pic>
        <p:nvPicPr>
          <p:cNvPr id="40" name="SK-23-img-39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344120" y="3587204"/>
            <a:ext cx="228600" cy="228600"/>
          </a:xfrm>
          <a:prstGeom prst="rect">
            <a:avLst/>
          </a:prstGeom>
        </p:spPr>
      </p:pic>
      <p:pic>
        <p:nvPicPr>
          <p:cNvPr id="41" name="SK-23-img-40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710982" y="3634829"/>
            <a:ext cx="666750" cy="38100"/>
          </a:xfrm>
          <a:prstGeom prst="rect">
            <a:avLst/>
          </a:prstGeom>
        </p:spPr>
      </p:pic>
      <p:pic>
        <p:nvPicPr>
          <p:cNvPr id="42" name="SK-23-img-4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0982" y="3730079"/>
            <a:ext cx="476250" cy="38100"/>
          </a:xfrm>
          <a:prstGeom prst="rect">
            <a:avLst/>
          </a:prstGeom>
        </p:spPr>
      </p:pic>
      <p:pic>
        <p:nvPicPr>
          <p:cNvPr id="43" name="SK-23-img-42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492032" y="3388519"/>
            <a:ext cx="1286173" cy="625971"/>
          </a:xfrm>
          <a:prstGeom prst="rect">
            <a:avLst/>
          </a:prstGeom>
        </p:spPr>
      </p:pic>
      <p:pic>
        <p:nvPicPr>
          <p:cNvPr id="44" name="SK-23-img-43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649343" y="3644354"/>
            <a:ext cx="171450" cy="114300"/>
          </a:xfrm>
          <a:prstGeom prst="rect">
            <a:avLst/>
          </a:prstGeom>
        </p:spPr>
      </p:pic>
      <p:pic>
        <p:nvPicPr>
          <p:cNvPr id="45" name="SK-23-img-44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849368" y="3644354"/>
            <a:ext cx="171450" cy="114300"/>
          </a:xfrm>
          <a:prstGeom prst="rect">
            <a:avLst/>
          </a:prstGeom>
        </p:spPr>
      </p:pic>
      <p:pic>
        <p:nvPicPr>
          <p:cNvPr id="46" name="SK-23-img-4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49393" y="3644354"/>
            <a:ext cx="171450" cy="114300"/>
          </a:xfrm>
          <a:prstGeom prst="rect">
            <a:avLst/>
          </a:prstGeom>
        </p:spPr>
      </p:pic>
      <p:pic>
        <p:nvPicPr>
          <p:cNvPr id="47" name="SK-23-img-4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249418" y="3644354"/>
            <a:ext cx="171450" cy="114300"/>
          </a:xfrm>
          <a:prstGeom prst="rect">
            <a:avLst/>
          </a:prstGeom>
        </p:spPr>
      </p:pic>
      <p:pic>
        <p:nvPicPr>
          <p:cNvPr id="48" name="SK-23-img-4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49443" y="3644354"/>
            <a:ext cx="171450" cy="114300"/>
          </a:xfrm>
          <a:prstGeom prst="rect">
            <a:avLst/>
          </a:prstGeom>
        </p:spPr>
      </p:pic>
      <p:pic>
        <p:nvPicPr>
          <p:cNvPr id="49" name="SK-23-img-48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778204" y="3388519"/>
            <a:ext cx="1286173" cy="625971"/>
          </a:xfrm>
          <a:prstGeom prst="rect">
            <a:avLst/>
          </a:prstGeom>
        </p:spPr>
      </p:pic>
      <p:pic>
        <p:nvPicPr>
          <p:cNvPr id="50" name="SK-23-img-49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892504" y="3568154"/>
            <a:ext cx="1117699" cy="266700"/>
          </a:xfrm>
          <a:prstGeom prst="rect">
            <a:avLst/>
          </a:prstGeom>
        </p:spPr>
      </p:pic>
      <p:pic>
        <p:nvPicPr>
          <p:cNvPr id="51" name="SK-23-img-50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064377" y="3388519"/>
            <a:ext cx="1286470" cy="625971"/>
          </a:xfrm>
          <a:prstGeom prst="rect">
            <a:avLst/>
          </a:prstGeom>
        </p:spPr>
      </p:pic>
      <p:pic>
        <p:nvPicPr>
          <p:cNvPr id="52" name="SK-23-img-51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178677" y="3606254"/>
            <a:ext cx="116532" cy="190500"/>
          </a:xfrm>
          <a:prstGeom prst="rect">
            <a:avLst/>
          </a:prstGeom>
        </p:spPr>
      </p:pic>
      <p:pic>
        <p:nvPicPr>
          <p:cNvPr id="53" name="SK-23-img-52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205859" y="4014490"/>
            <a:ext cx="1286173" cy="625971"/>
          </a:xfrm>
          <a:prstGeom prst="rect">
            <a:avLst/>
          </a:prstGeom>
        </p:spPr>
      </p:pic>
      <p:pic>
        <p:nvPicPr>
          <p:cNvPr id="54" name="SK-23-img-53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320159" y="4156025"/>
            <a:ext cx="276523" cy="342900"/>
          </a:xfrm>
          <a:prstGeom prst="rect">
            <a:avLst/>
          </a:prstGeom>
        </p:spPr>
      </p:pic>
      <p:pic>
        <p:nvPicPr>
          <p:cNvPr id="55" name="SK-23-img-54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344120" y="4213175"/>
            <a:ext cx="228600" cy="228600"/>
          </a:xfrm>
          <a:prstGeom prst="rect">
            <a:avLst/>
          </a:prstGeom>
        </p:spPr>
      </p:pic>
      <p:pic>
        <p:nvPicPr>
          <p:cNvPr id="56" name="SK-23-img-55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710982" y="4260800"/>
            <a:ext cx="666750" cy="38100"/>
          </a:xfrm>
          <a:prstGeom prst="rect">
            <a:avLst/>
          </a:prstGeom>
        </p:spPr>
      </p:pic>
      <p:pic>
        <p:nvPicPr>
          <p:cNvPr id="57" name="SK-23-img-56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710982" y="4356050"/>
            <a:ext cx="476250" cy="38100"/>
          </a:xfrm>
          <a:prstGeom prst="rect">
            <a:avLst/>
          </a:prstGeom>
        </p:spPr>
      </p:pic>
      <p:pic>
        <p:nvPicPr>
          <p:cNvPr id="58" name="SK-23-img-57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492032" y="4014490"/>
            <a:ext cx="1286173" cy="625971"/>
          </a:xfrm>
          <a:prstGeom prst="rect">
            <a:avLst/>
          </a:prstGeom>
        </p:spPr>
      </p:pic>
      <p:pic>
        <p:nvPicPr>
          <p:cNvPr id="59" name="SK-23-img-58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649343" y="4270325"/>
            <a:ext cx="171450" cy="114300"/>
          </a:xfrm>
          <a:prstGeom prst="rect">
            <a:avLst/>
          </a:prstGeom>
        </p:spPr>
      </p:pic>
      <p:pic>
        <p:nvPicPr>
          <p:cNvPr id="60" name="SK-23-img-59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849368" y="4270325"/>
            <a:ext cx="171450" cy="114300"/>
          </a:xfrm>
          <a:prstGeom prst="rect">
            <a:avLst/>
          </a:prstGeom>
        </p:spPr>
      </p:pic>
      <p:pic>
        <p:nvPicPr>
          <p:cNvPr id="61" name="SK-23-img-60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049393" y="4270325"/>
            <a:ext cx="171450" cy="114300"/>
          </a:xfrm>
          <a:prstGeom prst="rect">
            <a:avLst/>
          </a:prstGeom>
        </p:spPr>
      </p:pic>
      <p:pic>
        <p:nvPicPr>
          <p:cNvPr id="62" name="SK-23-img-61" descr="preencode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249418" y="4270325"/>
            <a:ext cx="171450" cy="114300"/>
          </a:xfrm>
          <a:prstGeom prst="rect">
            <a:avLst/>
          </a:prstGeom>
        </p:spPr>
      </p:pic>
      <p:pic>
        <p:nvPicPr>
          <p:cNvPr id="63" name="SK-23-img-62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449443" y="4270325"/>
            <a:ext cx="171450" cy="114300"/>
          </a:xfrm>
          <a:prstGeom prst="rect">
            <a:avLst/>
          </a:prstGeom>
        </p:spPr>
      </p:pic>
      <p:pic>
        <p:nvPicPr>
          <p:cNvPr id="64" name="SK-23-img-63" descr="preencoded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778204" y="4014490"/>
            <a:ext cx="1286173" cy="625971"/>
          </a:xfrm>
          <a:prstGeom prst="rect">
            <a:avLst/>
          </a:prstGeom>
        </p:spPr>
      </p:pic>
      <p:pic>
        <p:nvPicPr>
          <p:cNvPr id="65" name="SK-23-img-64" descr="preencoded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8025854" y="4194125"/>
            <a:ext cx="790724" cy="266700"/>
          </a:xfrm>
          <a:prstGeom prst="rect">
            <a:avLst/>
          </a:prstGeom>
        </p:spPr>
      </p:pic>
      <p:pic>
        <p:nvPicPr>
          <p:cNvPr id="66" name="SK-23-img-65" descr="preencoded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9064377" y="4014490"/>
            <a:ext cx="1286470" cy="625971"/>
          </a:xfrm>
          <a:prstGeom prst="rect">
            <a:avLst/>
          </a:prstGeom>
        </p:spPr>
      </p:pic>
      <p:pic>
        <p:nvPicPr>
          <p:cNvPr id="67" name="SK-23-img-66" descr="preencoded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9178677" y="4232225"/>
            <a:ext cx="134094" cy="190500"/>
          </a:xfrm>
          <a:prstGeom prst="rect">
            <a:avLst/>
          </a:prstGeom>
        </p:spPr>
      </p:pic>
      <p:pic>
        <p:nvPicPr>
          <p:cNvPr id="68" name="SK-23-img-67" descr="preencoded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5320159" y="4782145"/>
            <a:ext cx="276523" cy="342900"/>
          </a:xfrm>
          <a:prstGeom prst="rect">
            <a:avLst/>
          </a:prstGeom>
        </p:spPr>
      </p:pic>
      <p:pic>
        <p:nvPicPr>
          <p:cNvPr id="69" name="SK-23-img-68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44120" y="4839295"/>
            <a:ext cx="228600" cy="228600"/>
          </a:xfrm>
          <a:prstGeom prst="rect">
            <a:avLst/>
          </a:prstGeom>
        </p:spPr>
      </p:pic>
      <p:pic>
        <p:nvPicPr>
          <p:cNvPr id="70" name="SK-23-img-6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0982" y="4886920"/>
            <a:ext cx="666750" cy="38100"/>
          </a:xfrm>
          <a:prstGeom prst="rect">
            <a:avLst/>
          </a:prstGeom>
        </p:spPr>
      </p:pic>
      <p:pic>
        <p:nvPicPr>
          <p:cNvPr id="71" name="SK-23-img-7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0982" y="4982170"/>
            <a:ext cx="476250" cy="38100"/>
          </a:xfrm>
          <a:prstGeom prst="rect">
            <a:avLst/>
          </a:prstGeom>
        </p:spPr>
      </p:pic>
      <p:pic>
        <p:nvPicPr>
          <p:cNvPr id="72" name="SK-23-img-71" descr="preencoded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6649343" y="4896445"/>
            <a:ext cx="171450" cy="114300"/>
          </a:xfrm>
          <a:prstGeom prst="rect">
            <a:avLst/>
          </a:prstGeom>
        </p:spPr>
      </p:pic>
      <p:pic>
        <p:nvPicPr>
          <p:cNvPr id="73" name="SK-23-img-72" descr="preencoded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6849368" y="4896445"/>
            <a:ext cx="171450" cy="114300"/>
          </a:xfrm>
          <a:prstGeom prst="rect">
            <a:avLst/>
          </a:prstGeom>
        </p:spPr>
      </p:pic>
      <p:pic>
        <p:nvPicPr>
          <p:cNvPr id="74" name="SK-23-img-73" descr="preencoded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7049393" y="4896445"/>
            <a:ext cx="171450" cy="114300"/>
          </a:xfrm>
          <a:prstGeom prst="rect">
            <a:avLst/>
          </a:prstGeom>
        </p:spPr>
      </p:pic>
      <p:pic>
        <p:nvPicPr>
          <p:cNvPr id="75" name="SK-23-img-7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249418" y="4896445"/>
            <a:ext cx="171450" cy="114300"/>
          </a:xfrm>
          <a:prstGeom prst="rect">
            <a:avLst/>
          </a:prstGeom>
        </p:spPr>
      </p:pic>
      <p:pic>
        <p:nvPicPr>
          <p:cNvPr id="76" name="SK-23-img-7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49443" y="4896445"/>
            <a:ext cx="171450" cy="114300"/>
          </a:xfrm>
          <a:prstGeom prst="rect">
            <a:avLst/>
          </a:prstGeom>
        </p:spPr>
      </p:pic>
      <p:pic>
        <p:nvPicPr>
          <p:cNvPr id="77" name="SK-23-img-76" descr="preencoded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8025854" y="4820245"/>
            <a:ext cx="790724" cy="266700"/>
          </a:xfrm>
          <a:prstGeom prst="rect">
            <a:avLst/>
          </a:prstGeom>
        </p:spPr>
      </p:pic>
      <p:pic>
        <p:nvPicPr>
          <p:cNvPr id="78" name="SK-23-img-77" descr="preencoded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9178677" y="4858345"/>
            <a:ext cx="115937" cy="190500"/>
          </a:xfrm>
          <a:prstGeom prst="rect">
            <a:avLst/>
          </a:prstGeom>
        </p:spPr>
      </p:pic>
      <p:pic>
        <p:nvPicPr>
          <p:cNvPr id="79" name="SK-23-img-78" descr="preencoded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5291286" y="5513784"/>
            <a:ext cx="329059" cy="349746"/>
          </a:xfrm>
          <a:prstGeom prst="rect">
            <a:avLst/>
          </a:prstGeom>
        </p:spPr>
      </p:pic>
      <p:pic>
        <p:nvPicPr>
          <p:cNvPr id="80" name="SK-23-img-79" descr="preencoded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572988" y="5033665"/>
            <a:ext cx="804565" cy="795486"/>
          </a:xfrm>
          <a:prstGeom prst="rect">
            <a:avLst/>
          </a:prstGeom>
        </p:spPr>
      </p:pic>
      <p:pic>
        <p:nvPicPr>
          <p:cNvPr id="81" name="SK-23-img-80" descr="preencoded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572988" y="3984427"/>
            <a:ext cx="804565" cy="816025"/>
          </a:xfrm>
          <a:prstGeom prst="rect">
            <a:avLst/>
          </a:prstGeom>
        </p:spPr>
      </p:pic>
      <p:pic>
        <p:nvPicPr>
          <p:cNvPr id="82" name="SK-23-img-81" descr="preencoded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572988" y="2907655"/>
            <a:ext cx="804565" cy="795486"/>
          </a:xfrm>
          <a:prstGeom prst="rect">
            <a:avLst/>
          </a:prstGeom>
        </p:spPr>
      </p:pic>
      <p:pic>
        <p:nvPicPr>
          <p:cNvPr id="83" name="SK-23-img-82" descr="preencoded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572988" y="1844725"/>
            <a:ext cx="804565" cy="809179"/>
          </a:xfrm>
          <a:prstGeom prst="rect">
            <a:avLst/>
          </a:prstGeom>
        </p:spPr>
      </p:pic>
      <p:pic>
        <p:nvPicPr>
          <p:cNvPr id="84" name="SK-23-img-83" descr="preencoded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4986486" y="0"/>
            <a:ext cx="755898" cy="404515"/>
          </a:xfrm>
          <a:prstGeom prst="rect">
            <a:avLst/>
          </a:prstGeom>
        </p:spPr>
      </p:pic>
      <p:sp>
        <p:nvSpPr>
          <p:cNvPr id="85" name="SK-23-text-84"/>
          <p:cNvSpPr/>
          <p:nvPr/>
        </p:nvSpPr>
        <p:spPr>
          <a:xfrm>
            <a:off x="5167759" y="1755577"/>
            <a:ext cx="120997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Cliente</a:t>
            </a:r>
            <a:endParaRPr lang="en-US" sz="1050" dirty="0"/>
          </a:p>
        </p:txBody>
      </p:sp>
      <p:sp>
        <p:nvSpPr>
          <p:cNvPr id="86" name="SK-23-text-85"/>
          <p:cNvSpPr/>
          <p:nvPr/>
        </p:nvSpPr>
        <p:spPr>
          <a:xfrm>
            <a:off x="6453932" y="1755577"/>
            <a:ext cx="120997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Score de Risco</a:t>
            </a:r>
            <a:endParaRPr lang="en-US" sz="1050" dirty="0"/>
          </a:p>
        </p:txBody>
      </p:sp>
      <p:sp>
        <p:nvSpPr>
          <p:cNvPr id="87" name="SK-23-text-86"/>
          <p:cNvSpPr/>
          <p:nvPr/>
        </p:nvSpPr>
        <p:spPr>
          <a:xfrm>
            <a:off x="7740104" y="1755577"/>
            <a:ext cx="120997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Faixa de Risco</a:t>
            </a:r>
            <a:endParaRPr lang="en-US" sz="1050" dirty="0"/>
          </a:p>
        </p:txBody>
      </p:sp>
      <p:sp>
        <p:nvSpPr>
          <p:cNvPr id="88" name="SK-23-text-87"/>
          <p:cNvSpPr/>
          <p:nvPr/>
        </p:nvSpPr>
        <p:spPr>
          <a:xfrm>
            <a:off x="9026277" y="1755577"/>
            <a:ext cx="121027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Ação Sugerida</a:t>
            </a:r>
            <a:endParaRPr lang="en-US" sz="1050" dirty="0"/>
          </a:p>
        </p:txBody>
      </p:sp>
      <p:sp>
        <p:nvSpPr>
          <p:cNvPr id="89" name="SK-23-text-88"/>
          <p:cNvSpPr/>
          <p:nvPr/>
        </p:nvSpPr>
        <p:spPr>
          <a:xfrm>
            <a:off x="8185249" y="2316212"/>
            <a:ext cx="58430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</a:rPr>
              <a:t>⚠</a:t>
            </a:r>
            <a:r>
              <a:rPr lang="en-US" sz="900" b="1" dirty="0">
                <a:solidFill>
                  <a:srgbClr val="C0392B"/>
                </a:solidFill>
              </a:rPr>
              <a:t>ALTO</a:t>
            </a:r>
            <a:endParaRPr lang="en-US" sz="900" dirty="0"/>
          </a:p>
        </p:txBody>
      </p:sp>
      <p:sp>
        <p:nvSpPr>
          <p:cNvPr id="90" name="SK-23-text-89"/>
          <p:cNvSpPr/>
          <p:nvPr/>
        </p:nvSpPr>
        <p:spPr>
          <a:xfrm>
            <a:off x="9436745" y="2301032"/>
            <a:ext cx="799802" cy="2970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70"/>
              </a:lnSpc>
              <a:buNone/>
            </a:pPr>
            <a:r>
              <a:rPr lang="en-US" sz="975" dirty="0">
                <a:solidFill>
                  <a:srgbClr val="333333"/>
                </a:solidFill>
              </a:rPr>
              <a:t>Contato imediato</a:t>
            </a:r>
            <a:endParaRPr lang="en-US" sz="975" dirty="0"/>
          </a:p>
        </p:txBody>
      </p:sp>
      <p:sp>
        <p:nvSpPr>
          <p:cNvPr id="91" name="SK-23-text-90"/>
          <p:cNvSpPr/>
          <p:nvPr/>
        </p:nvSpPr>
        <p:spPr>
          <a:xfrm>
            <a:off x="8148191" y="2942183"/>
            <a:ext cx="7065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35400"/>
                </a:solidFill>
              </a:rPr>
              <a:t>⚠</a:t>
            </a:r>
            <a:r>
              <a:rPr lang="en-US" sz="900" b="1" dirty="0">
                <a:solidFill>
                  <a:srgbClr val="D35400"/>
                </a:solidFill>
              </a:rPr>
              <a:t>MÉDIO</a:t>
            </a:r>
            <a:endParaRPr lang="en-US" sz="900" dirty="0"/>
          </a:p>
        </p:txBody>
      </p:sp>
      <p:sp>
        <p:nvSpPr>
          <p:cNvPr id="92" name="SK-23-text-91"/>
          <p:cNvSpPr/>
          <p:nvPr/>
        </p:nvSpPr>
        <p:spPr>
          <a:xfrm>
            <a:off x="9444038" y="2927003"/>
            <a:ext cx="792510" cy="2970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70"/>
              </a:lnSpc>
              <a:buNone/>
            </a:pPr>
            <a:r>
              <a:rPr lang="en-US" sz="975" dirty="0">
                <a:solidFill>
                  <a:srgbClr val="333333"/>
                </a:solidFill>
              </a:rPr>
              <a:t>Revisão manual</a:t>
            </a:r>
            <a:endParaRPr lang="en-US" sz="975" dirty="0"/>
          </a:p>
        </p:txBody>
      </p:sp>
      <p:sp>
        <p:nvSpPr>
          <p:cNvPr id="93" name="SK-23-text-92"/>
          <p:cNvSpPr/>
          <p:nvPr/>
        </p:nvSpPr>
        <p:spPr>
          <a:xfrm>
            <a:off x="8025854" y="3568154"/>
            <a:ext cx="111393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7E1C"/>
                </a:solidFill>
              </a:rPr>
              <a:t>⚠</a:t>
            </a:r>
            <a:r>
              <a:rPr lang="en-US" sz="900" b="1" dirty="0">
                <a:solidFill>
                  <a:srgbClr val="9B7E1C"/>
                </a:solidFill>
              </a:rPr>
              <a:t>MODERADO</a:t>
            </a:r>
            <a:endParaRPr lang="en-US" sz="900" dirty="0"/>
          </a:p>
        </p:txBody>
      </p:sp>
      <p:sp>
        <p:nvSpPr>
          <p:cNvPr id="94" name="SK-23-text-93"/>
          <p:cNvSpPr/>
          <p:nvPr/>
        </p:nvSpPr>
        <p:spPr>
          <a:xfrm>
            <a:off x="9390459" y="3552974"/>
            <a:ext cx="846088" cy="2970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70"/>
              </a:lnSpc>
              <a:buNone/>
            </a:pPr>
            <a:r>
              <a:rPr lang="en-US" sz="975" dirty="0">
                <a:solidFill>
                  <a:srgbClr val="333333"/>
                </a:solidFill>
              </a:rPr>
              <a:t>Monitoramento reforçado</a:t>
            </a:r>
            <a:endParaRPr lang="en-US" sz="975" dirty="0"/>
          </a:p>
        </p:txBody>
      </p:sp>
      <p:sp>
        <p:nvSpPr>
          <p:cNvPr id="95" name="SK-23-text-94"/>
          <p:cNvSpPr/>
          <p:nvPr/>
        </p:nvSpPr>
        <p:spPr>
          <a:xfrm>
            <a:off x="8159204" y="4194125"/>
            <a:ext cx="69688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</a:rPr>
              <a:t>✔</a:t>
            </a:r>
            <a:r>
              <a:rPr lang="en-US" sz="900" b="1" dirty="0">
                <a:solidFill>
                  <a:srgbClr val="27AE60"/>
                </a:solidFill>
              </a:rPr>
              <a:t>BAIXO</a:t>
            </a:r>
            <a:endParaRPr lang="en-US" sz="900" dirty="0"/>
          </a:p>
        </p:txBody>
      </p:sp>
      <p:sp>
        <p:nvSpPr>
          <p:cNvPr id="96" name="SK-23-text-95"/>
          <p:cNvSpPr/>
          <p:nvPr/>
        </p:nvSpPr>
        <p:spPr>
          <a:xfrm>
            <a:off x="9408021" y="4178945"/>
            <a:ext cx="828526" cy="2970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70"/>
              </a:lnSpc>
              <a:buNone/>
            </a:pPr>
            <a:r>
              <a:rPr lang="en-US" sz="975" dirty="0">
                <a:solidFill>
                  <a:srgbClr val="333333"/>
                </a:solidFill>
              </a:rPr>
              <a:t>Comunicação padrão</a:t>
            </a:r>
            <a:endParaRPr lang="en-US" sz="975" dirty="0"/>
          </a:p>
        </p:txBody>
      </p:sp>
      <p:sp>
        <p:nvSpPr>
          <p:cNvPr id="97" name="SK-23-text-96"/>
          <p:cNvSpPr/>
          <p:nvPr/>
        </p:nvSpPr>
        <p:spPr>
          <a:xfrm>
            <a:off x="8159204" y="4820245"/>
            <a:ext cx="69688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</a:rPr>
              <a:t>✔</a:t>
            </a:r>
            <a:r>
              <a:rPr lang="en-US" sz="900" b="1" dirty="0">
                <a:solidFill>
                  <a:srgbClr val="27AE60"/>
                </a:solidFill>
              </a:rPr>
              <a:t>BAIXO</a:t>
            </a:r>
            <a:endParaRPr lang="en-US" sz="900" dirty="0"/>
          </a:p>
        </p:txBody>
      </p:sp>
      <p:sp>
        <p:nvSpPr>
          <p:cNvPr id="98" name="SK-23-text-97"/>
          <p:cNvSpPr/>
          <p:nvPr/>
        </p:nvSpPr>
        <p:spPr>
          <a:xfrm>
            <a:off x="9389864" y="4805065"/>
            <a:ext cx="846683" cy="2970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70"/>
              </a:lnSpc>
              <a:buNone/>
            </a:pPr>
            <a:r>
              <a:rPr lang="en-US" sz="975" dirty="0">
                <a:solidFill>
                  <a:srgbClr val="333333"/>
                </a:solidFill>
              </a:rPr>
              <a:t>Manter relacionamento</a:t>
            </a:r>
            <a:endParaRPr lang="en-US" sz="975" dirty="0"/>
          </a:p>
        </p:txBody>
      </p:sp>
      <p:sp>
        <p:nvSpPr>
          <p:cNvPr id="99" name="SK-23-text-98"/>
          <p:cNvSpPr/>
          <p:nvPr/>
        </p:nvSpPr>
        <p:spPr>
          <a:xfrm>
            <a:off x="5778996" y="137071"/>
            <a:ext cx="2348865" cy="15076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SQLSATURDAY</a:t>
            </a:r>
            <a:endParaRPr lang="en-US" sz="1350" dirty="0"/>
          </a:p>
        </p:txBody>
      </p:sp>
      <p:sp>
        <p:nvSpPr>
          <p:cNvPr id="100" name="SK-23-text-99"/>
          <p:cNvSpPr/>
          <p:nvPr/>
        </p:nvSpPr>
        <p:spPr>
          <a:xfrm>
            <a:off x="9707761" y="68461"/>
            <a:ext cx="2410867" cy="6240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BH</a:t>
            </a:r>
            <a:endParaRPr lang="en-US" sz="3600" dirty="0"/>
          </a:p>
        </p:txBody>
      </p:sp>
      <p:sp>
        <p:nvSpPr>
          <p:cNvPr id="101" name="SK-23-text-100"/>
          <p:cNvSpPr/>
          <p:nvPr/>
        </p:nvSpPr>
        <p:spPr>
          <a:xfrm>
            <a:off x="9813131" y="699492"/>
            <a:ext cx="2293293" cy="32221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buNone/>
            </a:pPr>
            <a:r>
              <a:rPr lang="en-US" sz="232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SATURDAY</a:t>
            </a:r>
            <a:endParaRPr lang="en-US" sz="2325" dirty="0"/>
          </a:p>
        </p:txBody>
      </p:sp>
      <p:sp>
        <p:nvSpPr>
          <p:cNvPr id="102" name="SK-23-text-101"/>
          <p:cNvSpPr/>
          <p:nvPr/>
        </p:nvSpPr>
        <p:spPr>
          <a:xfrm>
            <a:off x="572988" y="932557"/>
            <a:ext cx="11619012" cy="4731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ATO 5: A Lista de Risco</a:t>
            </a:r>
            <a:endParaRPr lang="en-US" sz="3450" dirty="0"/>
          </a:p>
        </p:txBody>
      </p:sp>
      <p:sp>
        <p:nvSpPr>
          <p:cNvPr id="103" name="SK-23-text-102"/>
          <p:cNvSpPr/>
          <p:nvPr/>
        </p:nvSpPr>
        <p:spPr>
          <a:xfrm>
            <a:off x="1670298" y="2002482"/>
            <a:ext cx="7080885" cy="2467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56B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Lista final legível para o negócio</a:t>
            </a:r>
            <a:endParaRPr lang="en-US" sz="1350" dirty="0"/>
          </a:p>
        </p:txBody>
      </p:sp>
      <p:sp>
        <p:nvSpPr>
          <p:cNvPr id="104" name="SK-23-text-103"/>
          <p:cNvSpPr/>
          <p:nvPr/>
        </p:nvSpPr>
        <p:spPr>
          <a:xfrm>
            <a:off x="1670298" y="2317998"/>
            <a:ext cx="8237220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saída organiza cada cliente para apoiar decisões.</a:t>
            </a:r>
            <a:endParaRPr lang="en-US" sz="1050" dirty="0"/>
          </a:p>
        </p:txBody>
      </p:sp>
      <p:sp>
        <p:nvSpPr>
          <p:cNvPr id="105" name="SK-23-text-104"/>
          <p:cNvSpPr/>
          <p:nvPr/>
        </p:nvSpPr>
        <p:spPr>
          <a:xfrm>
            <a:off x="1670298" y="2983111"/>
            <a:ext cx="6463665" cy="2056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56B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Score de risco e faixa de risco</a:t>
            </a:r>
            <a:endParaRPr lang="en-US" sz="1350" dirty="0"/>
          </a:p>
        </p:txBody>
      </p:sp>
      <p:sp>
        <p:nvSpPr>
          <p:cNvPr id="106" name="SK-23-text-105"/>
          <p:cNvSpPr/>
          <p:nvPr/>
        </p:nvSpPr>
        <p:spPr>
          <a:xfrm>
            <a:off x="1670298" y="3298627"/>
            <a:ext cx="2791867" cy="40451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visual sem valores específicos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 métricas reais.</a:t>
            </a:r>
            <a:endParaRPr lang="en-US" sz="1200" dirty="0"/>
          </a:p>
        </p:txBody>
      </p:sp>
      <p:sp>
        <p:nvSpPr>
          <p:cNvPr id="107" name="SK-23-text-106"/>
          <p:cNvSpPr/>
          <p:nvPr/>
        </p:nvSpPr>
        <p:spPr>
          <a:xfrm>
            <a:off x="1670298" y="4169569"/>
            <a:ext cx="6669405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56B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Ação sugerida integrada ao fluxo</a:t>
            </a:r>
            <a:endParaRPr lang="en-US" sz="1350" dirty="0"/>
          </a:p>
        </p:txBody>
      </p:sp>
      <p:sp>
        <p:nvSpPr>
          <p:cNvPr id="108" name="SK-23-text-107"/>
          <p:cNvSpPr/>
          <p:nvPr/>
        </p:nvSpPr>
        <p:spPr>
          <a:xfrm>
            <a:off x="1670298" y="4485084"/>
            <a:ext cx="7277100" cy="2056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faixa orienta o próximo passo da equipe.</a:t>
            </a:r>
            <a:endParaRPr lang="en-US" sz="1050" dirty="0"/>
          </a:p>
        </p:txBody>
      </p:sp>
      <p:sp>
        <p:nvSpPr>
          <p:cNvPr id="109" name="SK-23-text-108"/>
          <p:cNvSpPr/>
          <p:nvPr/>
        </p:nvSpPr>
        <p:spPr>
          <a:xfrm>
            <a:off x="1670298" y="5177730"/>
            <a:ext cx="6257925" cy="2262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56B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útil é modelo acionável</a:t>
            </a:r>
            <a:endParaRPr lang="en-US" sz="1350" dirty="0"/>
          </a:p>
        </p:txBody>
      </p:sp>
      <p:sp>
        <p:nvSpPr>
          <p:cNvPr id="110" name="SK-23-text-109"/>
          <p:cNvSpPr/>
          <p:nvPr/>
        </p:nvSpPr>
        <p:spPr>
          <a:xfrm>
            <a:off x="1670298" y="5479405"/>
            <a:ext cx="7437120" cy="2056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resultado precisa chegar ao fluxo decisório.</a:t>
            </a:r>
            <a:endParaRPr lang="en-US" sz="1050" dirty="0"/>
          </a:p>
        </p:txBody>
      </p:sp>
      <p:sp>
        <p:nvSpPr>
          <p:cNvPr id="111" name="SK-23-text-110"/>
          <p:cNvSpPr/>
          <p:nvPr/>
        </p:nvSpPr>
        <p:spPr>
          <a:xfrm>
            <a:off x="5693569" y="5609779"/>
            <a:ext cx="6498431" cy="1851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56B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visual sem valores específicos ou métricas reais.</a:t>
            </a:r>
            <a:endParaRPr lang="en-US" sz="900" dirty="0"/>
          </a:p>
        </p:txBody>
      </p:sp>
      <p:sp>
        <p:nvSpPr>
          <p:cNvPr id="112" name="SK-23-text-111"/>
          <p:cNvSpPr/>
          <p:nvPr/>
        </p:nvSpPr>
        <p:spPr>
          <a:xfrm>
            <a:off x="9643765" y="5218807"/>
            <a:ext cx="2450455" cy="15909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Pythian</a:t>
            </a:r>
            <a:endParaRPr lang="en-US" sz="1350" dirty="0"/>
          </a:p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Microsoft AMD PUC Minas</a:t>
            </a:r>
            <a:endParaRPr lang="en-US" sz="1350" dirty="0"/>
          </a:p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DGA PRS L8C SISTEMAS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4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4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0165" y="3812977"/>
            <a:ext cx="2121396" cy="445740"/>
          </a:xfrm>
          <a:prstGeom prst="rect">
            <a:avLst/>
          </a:prstGeom>
        </p:spPr>
      </p:pic>
      <p:pic>
        <p:nvPicPr>
          <p:cNvPr id="4" name="SK-24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2784" y="5335488"/>
            <a:ext cx="548580" cy="438894"/>
          </a:xfrm>
          <a:prstGeom prst="rect">
            <a:avLst/>
          </a:prstGeom>
        </p:spPr>
      </p:pic>
      <p:pic>
        <p:nvPicPr>
          <p:cNvPr id="5" name="SK-24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8377" y="3778746"/>
            <a:ext cx="1914079" cy="486817"/>
          </a:xfrm>
          <a:prstGeom prst="rect">
            <a:avLst/>
          </a:prstGeom>
        </p:spPr>
      </p:pic>
      <p:pic>
        <p:nvPicPr>
          <p:cNvPr id="6" name="SK-24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9396" y="1268611"/>
            <a:ext cx="4279255" cy="2023021"/>
          </a:xfrm>
          <a:prstGeom prst="rect">
            <a:avLst/>
          </a:prstGeom>
        </p:spPr>
      </p:pic>
      <p:pic>
        <p:nvPicPr>
          <p:cNvPr id="7" name="SK-24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267" y="5472559"/>
            <a:ext cx="682675" cy="651421"/>
          </a:xfrm>
          <a:prstGeom prst="rect">
            <a:avLst/>
          </a:prstGeom>
        </p:spPr>
      </p:pic>
      <p:pic>
        <p:nvPicPr>
          <p:cNvPr id="8" name="SK-24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267" y="4512469"/>
            <a:ext cx="682675" cy="651421"/>
          </a:xfrm>
          <a:prstGeom prst="rect">
            <a:avLst/>
          </a:prstGeom>
        </p:spPr>
      </p:pic>
      <p:pic>
        <p:nvPicPr>
          <p:cNvPr id="9" name="SK-24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267" y="3531840"/>
            <a:ext cx="682675" cy="651421"/>
          </a:xfrm>
          <a:prstGeom prst="rect">
            <a:avLst/>
          </a:prstGeom>
        </p:spPr>
      </p:pic>
      <p:pic>
        <p:nvPicPr>
          <p:cNvPr id="10" name="SK-24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267" y="2544217"/>
            <a:ext cx="682675" cy="651421"/>
          </a:xfrm>
          <a:prstGeom prst="rect">
            <a:avLst/>
          </a:prstGeom>
        </p:spPr>
      </p:pic>
      <p:pic>
        <p:nvPicPr>
          <p:cNvPr id="11" name="SK-24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267" y="1577280"/>
            <a:ext cx="682675" cy="644575"/>
          </a:xfrm>
          <a:prstGeom prst="rect">
            <a:avLst/>
          </a:prstGeom>
        </p:spPr>
      </p:pic>
      <p:pic>
        <p:nvPicPr>
          <p:cNvPr id="12" name="SK-24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74282" y="0"/>
            <a:ext cx="755898" cy="404515"/>
          </a:xfrm>
          <a:prstGeom prst="rect">
            <a:avLst/>
          </a:prstGeom>
        </p:spPr>
      </p:pic>
      <p:sp>
        <p:nvSpPr>
          <p:cNvPr id="13" name="SK-24-text-12"/>
          <p:cNvSpPr/>
          <p:nvPr/>
        </p:nvSpPr>
        <p:spPr>
          <a:xfrm>
            <a:off x="5754588" y="130225"/>
            <a:ext cx="2218373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SQLSATURDAY</a:t>
            </a:r>
            <a:endParaRPr lang="en-US" sz="1275" dirty="0"/>
          </a:p>
        </p:txBody>
      </p:sp>
      <p:sp>
        <p:nvSpPr>
          <p:cNvPr id="14" name="SK-24-text-13"/>
          <p:cNvSpPr/>
          <p:nvPr/>
        </p:nvSpPr>
        <p:spPr>
          <a:xfrm>
            <a:off x="9924157" y="61615"/>
            <a:ext cx="2194471" cy="6240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BH</a:t>
            </a:r>
            <a:endParaRPr lang="en-US" sz="2400" dirty="0"/>
          </a:p>
          <a:p>
            <a:pPr marL="0" indent="0" algn="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SATURDAY</a:t>
            </a:r>
            <a:endParaRPr lang="en-US" sz="2400" dirty="0"/>
          </a:p>
        </p:txBody>
      </p:sp>
      <p:sp>
        <p:nvSpPr>
          <p:cNvPr id="15" name="SK-24-text-14"/>
          <p:cNvSpPr/>
          <p:nvPr/>
        </p:nvSpPr>
        <p:spPr>
          <a:xfrm>
            <a:off x="548580" y="809179"/>
            <a:ext cx="11643420" cy="4594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MLflow e Deploy de Produção</a:t>
            </a:r>
            <a:endParaRPr lang="en-US" sz="3000" dirty="0"/>
          </a:p>
        </p:txBody>
      </p:sp>
      <p:sp>
        <p:nvSpPr>
          <p:cNvPr id="16" name="SK-24-text-15"/>
          <p:cNvSpPr/>
          <p:nvPr/>
        </p:nvSpPr>
        <p:spPr>
          <a:xfrm>
            <a:off x="9936361" y="699492"/>
            <a:ext cx="2255639" cy="32905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175" dirty="0">
                <a:solidFill>
                  <a:srgbClr val="FFFFFF"/>
                </a:solidFill>
              </a:rPr>
              <a:t>________________</a:t>
            </a:r>
            <a:endParaRPr lang="en-US" sz="2175" dirty="0"/>
          </a:p>
        </p:txBody>
      </p:sp>
      <p:sp>
        <p:nvSpPr>
          <p:cNvPr id="17" name="SK-24-text-16"/>
          <p:cNvSpPr/>
          <p:nvPr/>
        </p:nvSpPr>
        <p:spPr>
          <a:xfrm>
            <a:off x="1645890" y="1611511"/>
            <a:ext cx="5928360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7A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MLflow registra cada experimento</a:t>
            </a:r>
            <a:endParaRPr lang="en-US" sz="1200" dirty="0"/>
          </a:p>
        </p:txBody>
      </p:sp>
      <p:sp>
        <p:nvSpPr>
          <p:cNvPr id="18" name="SK-24-text-17"/>
          <p:cNvSpPr/>
          <p:nvPr/>
        </p:nvSpPr>
        <p:spPr>
          <a:xfrm>
            <a:off x="1645890" y="1878955"/>
            <a:ext cx="2779663" cy="34974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Logue parâmetros, métricas e modelos para</a:t>
            </a:r>
            <a:endParaRPr lang="en-US" sz="1050" dirty="0"/>
          </a:p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comparar tentativas com rastreabilidade.</a:t>
            </a:r>
            <a:endParaRPr lang="en-US" sz="1050" dirty="0"/>
          </a:p>
        </p:txBody>
      </p:sp>
      <p:sp>
        <p:nvSpPr>
          <p:cNvPr id="19" name="SK-24-text-18"/>
          <p:cNvSpPr/>
          <p:nvPr/>
        </p:nvSpPr>
        <p:spPr>
          <a:xfrm>
            <a:off x="1645890" y="2592288"/>
            <a:ext cx="7208520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7A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Registry organiza o ciclo de vida</a:t>
            </a:r>
            <a:endParaRPr lang="en-US" sz="1200" dirty="0"/>
          </a:p>
        </p:txBody>
      </p:sp>
      <p:sp>
        <p:nvSpPr>
          <p:cNvPr id="20" name="SK-24-text-19"/>
          <p:cNvSpPr/>
          <p:nvPr/>
        </p:nvSpPr>
        <p:spPr>
          <a:xfrm>
            <a:off x="1645890" y="2852886"/>
            <a:ext cx="2962573" cy="3429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Versione o modelo e indique o alias @champion</a:t>
            </a:r>
            <a:endParaRPr lang="en-US" sz="1050" dirty="0"/>
          </a:p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consumo controlado.</a:t>
            </a:r>
            <a:endParaRPr lang="en-US" sz="1050" dirty="0"/>
          </a:p>
        </p:txBody>
      </p:sp>
      <p:sp>
        <p:nvSpPr>
          <p:cNvPr id="21" name="SK-24-text-20"/>
          <p:cNvSpPr/>
          <p:nvPr/>
        </p:nvSpPr>
        <p:spPr>
          <a:xfrm>
            <a:off x="1645890" y="3566071"/>
            <a:ext cx="4221480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Porta 1: endpoint REST</a:t>
            </a:r>
            <a:endParaRPr lang="en-US" sz="1200" dirty="0"/>
          </a:p>
        </p:txBody>
      </p:sp>
      <p:sp>
        <p:nvSpPr>
          <p:cNvPr id="22" name="SK-24-text-21"/>
          <p:cNvSpPr/>
          <p:nvPr/>
        </p:nvSpPr>
        <p:spPr>
          <a:xfrm>
            <a:off x="1645890" y="3826669"/>
            <a:ext cx="2633365" cy="34974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enviam dados ao endpoint e</a:t>
            </a:r>
            <a:endParaRPr lang="en-US" sz="1050" dirty="0"/>
          </a:p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recebem a previsão do modelo publicado.</a:t>
            </a:r>
            <a:endParaRPr lang="en-US" sz="1050" dirty="0"/>
          </a:p>
        </p:txBody>
      </p:sp>
      <p:sp>
        <p:nvSpPr>
          <p:cNvPr id="23" name="SK-24-text-22"/>
          <p:cNvSpPr/>
          <p:nvPr/>
        </p:nvSpPr>
        <p:spPr>
          <a:xfrm>
            <a:off x="1645890" y="4560540"/>
            <a:ext cx="6781800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A0D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Porta 2: ai_query diretamente no SQL</a:t>
            </a:r>
            <a:endParaRPr lang="en-US" sz="1200" dirty="0"/>
          </a:p>
        </p:txBody>
      </p:sp>
      <p:sp>
        <p:nvSpPr>
          <p:cNvPr id="24" name="SK-24-text-23"/>
          <p:cNvSpPr/>
          <p:nvPr/>
        </p:nvSpPr>
        <p:spPr>
          <a:xfrm>
            <a:off x="1645890" y="4821138"/>
            <a:ext cx="2450455" cy="32905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Analistas invocam IA em uma consulta,</a:t>
            </a:r>
            <a:endParaRPr lang="en-US" sz="1050" dirty="0"/>
          </a:p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 sair do fluxo conhecido.</a:t>
            </a:r>
            <a:endParaRPr lang="en-US" sz="1050" dirty="0"/>
          </a:p>
        </p:txBody>
      </p:sp>
      <p:sp>
        <p:nvSpPr>
          <p:cNvPr id="25" name="SK-24-text-24"/>
          <p:cNvSpPr/>
          <p:nvPr/>
        </p:nvSpPr>
        <p:spPr>
          <a:xfrm>
            <a:off x="1645890" y="5500092"/>
            <a:ext cx="4282440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1B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SELECT que invoca IA</a:t>
            </a:r>
            <a:endParaRPr lang="en-US" sz="1200" dirty="0"/>
          </a:p>
        </p:txBody>
      </p:sp>
      <p:sp>
        <p:nvSpPr>
          <p:cNvPr id="26" name="SK-24-text-25"/>
          <p:cNvSpPr/>
          <p:nvPr/>
        </p:nvSpPr>
        <p:spPr>
          <a:xfrm>
            <a:off x="1645890" y="5760690"/>
            <a:ext cx="2767459" cy="34974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Duas formas de consumo, o mesmo modelo;</a:t>
            </a:r>
            <a:endParaRPr lang="en-US" sz="1050" dirty="0"/>
          </a:p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serverless ajuda a escalar sob demanda.</a:t>
            </a:r>
            <a:endParaRPr lang="en-US" sz="1050" dirty="0"/>
          </a:p>
        </p:txBody>
      </p:sp>
      <p:sp>
        <p:nvSpPr>
          <p:cNvPr id="27" name="SK-24-text-26"/>
          <p:cNvSpPr/>
          <p:nvPr/>
        </p:nvSpPr>
        <p:spPr>
          <a:xfrm>
            <a:off x="5204371" y="3394621"/>
            <a:ext cx="1734294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Porta 1: endpoint REST</a:t>
            </a:r>
            <a:endParaRPr lang="en-US" sz="1050" dirty="0"/>
          </a:p>
        </p:txBody>
      </p:sp>
      <p:sp>
        <p:nvSpPr>
          <p:cNvPr id="28" name="SK-24-text-27"/>
          <p:cNvSpPr/>
          <p:nvPr/>
        </p:nvSpPr>
        <p:spPr>
          <a:xfrm>
            <a:off x="5193655" y="4443859"/>
            <a:ext cx="1572667" cy="32905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enviam dados</a:t>
            </a:r>
            <a:endParaRPr lang="en-US" sz="105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 recebem a previsão.</a:t>
            </a:r>
            <a:endParaRPr lang="en-US" sz="1050" dirty="0"/>
          </a:p>
        </p:txBody>
      </p:sp>
      <p:sp>
        <p:nvSpPr>
          <p:cNvPr id="29" name="SK-24-text-28"/>
          <p:cNvSpPr/>
          <p:nvPr/>
        </p:nvSpPr>
        <p:spPr>
          <a:xfrm>
            <a:off x="5986165" y="5260032"/>
            <a:ext cx="4282440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7A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SELECT que invoca IA</a:t>
            </a:r>
            <a:endParaRPr lang="en-US" sz="1200" dirty="0"/>
          </a:p>
        </p:txBody>
      </p:sp>
      <p:sp>
        <p:nvSpPr>
          <p:cNvPr id="30" name="SK-24-text-29"/>
          <p:cNvSpPr/>
          <p:nvPr/>
        </p:nvSpPr>
        <p:spPr>
          <a:xfrm>
            <a:off x="5986165" y="5506938"/>
            <a:ext cx="2816275" cy="36343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Duas formas de consumo, o mesmo modelo;</a:t>
            </a:r>
            <a:endParaRPr lang="en-US" sz="1050" dirty="0"/>
          </a:p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serverless ajuda a escalar sob demanda.</a:t>
            </a:r>
            <a:endParaRPr lang="en-US" sz="1050" dirty="0"/>
          </a:p>
        </p:txBody>
      </p:sp>
      <p:sp>
        <p:nvSpPr>
          <p:cNvPr id="31" name="SK-24-text-30"/>
          <p:cNvSpPr/>
          <p:nvPr/>
        </p:nvSpPr>
        <p:spPr>
          <a:xfrm>
            <a:off x="7606159" y="3394621"/>
            <a:ext cx="1868388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Porta 2: ai_query no SQL</a:t>
            </a:r>
            <a:endParaRPr lang="en-US" sz="1050" dirty="0"/>
          </a:p>
        </p:txBody>
      </p:sp>
      <p:sp>
        <p:nvSpPr>
          <p:cNvPr id="32" name="SK-24-text-31"/>
          <p:cNvSpPr/>
          <p:nvPr/>
        </p:nvSpPr>
        <p:spPr>
          <a:xfrm>
            <a:off x="7558980" y="4443859"/>
            <a:ext cx="1962894" cy="32905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Analistas invocam IA em</a:t>
            </a:r>
            <a:endParaRPr lang="en-US" sz="105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consulta, sem sair do SQL.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1036</Words>
  <Application>Microsoft Office PowerPoint</Application>
  <PresentationFormat>Widescreen</PresentationFormat>
  <Paragraphs>276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Montserrat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Giselle Couto</dc:creator>
  <cp:lastModifiedBy>Giselle Couto</cp:lastModifiedBy>
  <cp:revision>2</cp:revision>
  <dcterms:created xsi:type="dcterms:W3CDTF">2026-08-22T04:51:42Z</dcterms:created>
  <dcterms:modified xsi:type="dcterms:W3CDTF">2026-08-22T04:54:58Z</dcterms:modified>
</cp:coreProperties>
</file>